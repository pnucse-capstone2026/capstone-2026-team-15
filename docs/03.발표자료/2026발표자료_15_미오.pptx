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3F90"/>
    <a:srgbClr val="657B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257" autoAdjust="0"/>
  </p:normalViewPr>
  <p:slideViewPr>
    <p:cSldViewPr snapToGrid="0">
      <p:cViewPr varScale="1">
        <p:scale>
          <a:sx n="106" d="100"/>
          <a:sy n="106" d="100"/>
        </p:scale>
        <p:origin x="106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출처]</a:t>
            </a:r>
          </a:p>
          <a:p>
            <a:r>
              <a:t>부산대학교 공식 UI 및 색상 체계.</a:t>
            </a:r>
          </a:p>
          <a:p>
            <a:r>
              <a:t>https://www.pusan.ac.kr/kor/CMS/Contents/Contents.do?mCode=MN154</a:t>
            </a:r>
          </a:p>
          <a:p>
            <a:r>
              <a:t>https://www.pusan.ac.kr/kor/CMS/Contents/Contents.do?mCode=MN157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순서: 연구 배경과 질문, 기술 구조와 실험 설계, 핵심 결과, 해석과 연구 성과.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a:r>
            <a:r>
              <a:rPr dirty="0" err="1"/>
              <a:t>도입</a:t>
            </a:r>
            <a:r>
              <a:rPr dirty="0"/>
              <a:t> </a:t>
            </a:r>
            <a:r>
              <a:rPr dirty="0" err="1"/>
              <a:t>시연영상</a:t>
            </a:r>
            <a:r>
              <a:rPr dirty="0"/>
              <a:t>]</a:t>
            </a:r>
          </a:p>
          <a:p>
            <a:r>
              <a:rPr dirty="0" err="1"/>
              <a:t>먼저</a:t>
            </a:r>
            <a:r>
              <a:rPr dirty="0"/>
              <a:t> </a:t>
            </a:r>
            <a:r>
              <a:rPr dirty="0" err="1"/>
              <a:t>화면은</a:t>
            </a:r>
            <a:r>
              <a:rPr dirty="0"/>
              <a:t> </a:t>
            </a:r>
            <a:r>
              <a:rPr dirty="0" err="1"/>
              <a:t>이번</a:t>
            </a:r>
            <a:r>
              <a:rPr dirty="0"/>
              <a:t> </a:t>
            </a:r>
            <a:r>
              <a:rPr dirty="0" err="1"/>
              <a:t>프로젝트에서</a:t>
            </a:r>
            <a:r>
              <a:rPr dirty="0"/>
              <a:t> </a:t>
            </a:r>
            <a:r>
              <a:rPr dirty="0" err="1"/>
              <a:t>구현한</a:t>
            </a:r>
            <a:r>
              <a:rPr dirty="0"/>
              <a:t> Unity ECS </a:t>
            </a:r>
            <a:r>
              <a:rPr dirty="0" err="1"/>
              <a:t>기반</a:t>
            </a:r>
            <a:r>
              <a:rPr dirty="0"/>
              <a:t> </a:t>
            </a:r>
            <a:r>
              <a:rPr dirty="0" err="1"/>
              <a:t>대규모</a:t>
            </a:r>
            <a:r>
              <a:rPr dirty="0"/>
              <a:t> 3D </a:t>
            </a:r>
            <a:r>
              <a:rPr dirty="0" err="1"/>
              <a:t>군집</a:t>
            </a:r>
            <a:r>
              <a:rPr dirty="0"/>
              <a:t> </a:t>
            </a:r>
            <a:r>
              <a:rPr dirty="0" err="1"/>
              <a:t>시뮬레이션입니다</a:t>
            </a:r>
            <a:r>
              <a:rPr dirty="0"/>
              <a:t>.</a:t>
            </a:r>
          </a:p>
          <a:p>
            <a:endParaRPr dirty="0"/>
          </a:p>
          <a:p>
            <a:r>
              <a:rPr dirty="0" err="1"/>
              <a:t>서로</a:t>
            </a:r>
            <a:r>
              <a:rPr dirty="0"/>
              <a:t> </a:t>
            </a:r>
            <a:r>
              <a:rPr dirty="0" err="1"/>
              <a:t>대립하는</a:t>
            </a:r>
            <a:r>
              <a:rPr dirty="0"/>
              <a:t> 두 </a:t>
            </a:r>
            <a:r>
              <a:rPr dirty="0" err="1"/>
              <a:t>팩션은</a:t>
            </a:r>
            <a:r>
              <a:rPr dirty="0"/>
              <a:t> </a:t>
            </a:r>
            <a:r>
              <a:rPr dirty="0" err="1"/>
              <a:t>근접</a:t>
            </a:r>
            <a:r>
              <a:rPr dirty="0"/>
              <a:t> </a:t>
            </a:r>
            <a:r>
              <a:rPr dirty="0" err="1"/>
              <a:t>병사와</a:t>
            </a:r>
            <a:r>
              <a:rPr dirty="0"/>
              <a:t> </a:t>
            </a:r>
            <a:r>
              <a:rPr dirty="0" err="1"/>
              <a:t>원거리</a:t>
            </a:r>
            <a:r>
              <a:rPr dirty="0"/>
              <a:t> </a:t>
            </a:r>
            <a:r>
              <a:rPr dirty="0" err="1"/>
              <a:t>병사로</a:t>
            </a:r>
            <a:r>
              <a:rPr dirty="0"/>
              <a:t> </a:t>
            </a:r>
            <a:r>
              <a:rPr dirty="0" err="1"/>
              <a:t>구성된</a:t>
            </a:r>
            <a:r>
              <a:rPr dirty="0"/>
              <a:t> </a:t>
            </a:r>
            <a:r>
              <a:rPr dirty="0" err="1"/>
              <a:t>여러</a:t>
            </a:r>
            <a:r>
              <a:rPr dirty="0"/>
              <a:t> </a:t>
            </a:r>
            <a:r>
              <a:rPr dirty="0" err="1"/>
              <a:t>스웜으로</a:t>
            </a:r>
            <a:r>
              <a:rPr dirty="0"/>
              <a:t> </a:t>
            </a:r>
            <a:r>
              <a:rPr dirty="0" err="1"/>
              <a:t>이루어져</a:t>
            </a:r>
            <a:r>
              <a:rPr dirty="0"/>
              <a:t> </a:t>
            </a:r>
            <a:r>
              <a:rPr dirty="0" err="1"/>
              <a:t>있습니다</a:t>
            </a:r>
            <a:r>
              <a:rPr dirty="0"/>
              <a:t>. 각 </a:t>
            </a:r>
            <a:r>
              <a:rPr dirty="0" err="1"/>
              <a:t>스웜은</a:t>
            </a:r>
            <a:r>
              <a:rPr dirty="0"/>
              <a:t> </a:t>
            </a:r>
            <a:r>
              <a:rPr dirty="0" err="1"/>
              <a:t>이동과</a:t>
            </a:r>
            <a:r>
              <a:rPr dirty="0"/>
              <a:t> </a:t>
            </a:r>
            <a:r>
              <a:rPr dirty="0" err="1"/>
              <a:t>대열</a:t>
            </a:r>
            <a:r>
              <a:rPr dirty="0"/>
              <a:t> </a:t>
            </a:r>
            <a:r>
              <a:rPr dirty="0" err="1"/>
              <a:t>유지</a:t>
            </a:r>
            <a:r>
              <a:rPr dirty="0"/>
              <a:t>, 적 </a:t>
            </a:r>
            <a:r>
              <a:rPr dirty="0" err="1"/>
              <a:t>탐지와</a:t>
            </a:r>
            <a:r>
              <a:rPr dirty="0"/>
              <a:t> </a:t>
            </a:r>
            <a:r>
              <a:rPr dirty="0" err="1"/>
              <a:t>교전</a:t>
            </a:r>
            <a:r>
              <a:rPr dirty="0"/>
              <a:t> </a:t>
            </a:r>
            <a:r>
              <a:rPr dirty="0" err="1"/>
              <a:t>상태를</a:t>
            </a:r>
            <a:r>
              <a:rPr dirty="0"/>
              <a:t> </a:t>
            </a:r>
            <a:r>
              <a:rPr dirty="0" err="1"/>
              <a:t>갱신하고</a:t>
            </a:r>
            <a:r>
              <a:rPr dirty="0"/>
              <a:t>, </a:t>
            </a:r>
            <a:r>
              <a:rPr dirty="0" err="1"/>
              <a:t>내부</a:t>
            </a:r>
            <a:r>
              <a:rPr dirty="0"/>
              <a:t> </a:t>
            </a:r>
            <a:r>
              <a:rPr dirty="0" err="1"/>
              <a:t>병사들은</a:t>
            </a:r>
            <a:r>
              <a:rPr dirty="0"/>
              <a:t> </a:t>
            </a:r>
            <a:r>
              <a:rPr dirty="0" err="1"/>
              <a:t>할당된</a:t>
            </a:r>
            <a:r>
              <a:rPr dirty="0"/>
              <a:t> </a:t>
            </a:r>
            <a:r>
              <a:rPr dirty="0" err="1"/>
              <a:t>위치를</a:t>
            </a:r>
            <a:r>
              <a:rPr dirty="0"/>
              <a:t> </a:t>
            </a:r>
            <a:r>
              <a:rPr dirty="0" err="1"/>
              <a:t>추종하면서</a:t>
            </a:r>
            <a:r>
              <a:rPr dirty="0"/>
              <a:t> </a:t>
            </a:r>
            <a:r>
              <a:rPr dirty="0" err="1"/>
              <a:t>개체</a:t>
            </a:r>
            <a:r>
              <a:rPr dirty="0"/>
              <a:t> 간 </a:t>
            </a:r>
            <a:r>
              <a:rPr dirty="0" err="1"/>
              <a:t>분리와</a:t>
            </a:r>
            <a:r>
              <a:rPr dirty="0"/>
              <a:t> </a:t>
            </a:r>
            <a:r>
              <a:rPr dirty="0" err="1"/>
              <a:t>위치</a:t>
            </a:r>
            <a:r>
              <a:rPr dirty="0"/>
              <a:t> </a:t>
            </a:r>
            <a:r>
              <a:rPr dirty="0" err="1"/>
              <a:t>보정</a:t>
            </a:r>
            <a:r>
              <a:rPr dirty="0"/>
              <a:t>, </a:t>
            </a:r>
            <a:r>
              <a:rPr dirty="0" err="1"/>
              <a:t>애니메이션</a:t>
            </a:r>
            <a:r>
              <a:rPr dirty="0"/>
              <a:t> </a:t>
            </a:r>
            <a:r>
              <a:rPr dirty="0" err="1"/>
              <a:t>상태</a:t>
            </a:r>
            <a:r>
              <a:rPr dirty="0"/>
              <a:t> </a:t>
            </a:r>
            <a:r>
              <a:rPr dirty="0" err="1"/>
              <a:t>갱신을</a:t>
            </a:r>
            <a:r>
              <a:rPr dirty="0"/>
              <a:t> </a:t>
            </a:r>
            <a:r>
              <a:rPr dirty="0" err="1"/>
              <a:t>수행합니다</a:t>
            </a:r>
            <a:r>
              <a:rPr dirty="0"/>
              <a:t>.</a:t>
            </a:r>
          </a:p>
          <a:p>
            <a:endParaRPr dirty="0"/>
          </a:p>
          <a:p>
            <a:r>
              <a:rPr dirty="0"/>
              <a:t>[Slide 1]</a:t>
            </a:r>
          </a:p>
          <a:p>
            <a:r>
              <a:rPr dirty="0" err="1"/>
              <a:t>이러한</a:t>
            </a:r>
            <a:r>
              <a:rPr dirty="0"/>
              <a:t> </a:t>
            </a:r>
            <a:r>
              <a:rPr dirty="0" err="1"/>
              <a:t>대규모</a:t>
            </a:r>
            <a:r>
              <a:rPr dirty="0"/>
              <a:t> </a:t>
            </a:r>
            <a:r>
              <a:rPr dirty="0" err="1"/>
              <a:t>장면은</a:t>
            </a:r>
            <a:r>
              <a:rPr dirty="0"/>
              <a:t> </a:t>
            </a:r>
            <a:r>
              <a:rPr dirty="0" err="1"/>
              <a:t>왼쪽과</a:t>
            </a:r>
            <a:r>
              <a:rPr dirty="0"/>
              <a:t> </a:t>
            </a:r>
            <a:r>
              <a:rPr dirty="0" err="1"/>
              <a:t>같이</a:t>
            </a:r>
            <a:r>
              <a:rPr dirty="0"/>
              <a:t> </a:t>
            </a:r>
            <a:r>
              <a:rPr dirty="0" err="1"/>
              <a:t>영화에서도</a:t>
            </a:r>
            <a:r>
              <a:rPr dirty="0"/>
              <a:t> </a:t>
            </a:r>
            <a:r>
              <a:rPr dirty="0" err="1"/>
              <a:t>익숙하게</a:t>
            </a:r>
            <a:r>
              <a:rPr dirty="0"/>
              <a:t> 볼 수 </a:t>
            </a:r>
            <a:r>
              <a:rPr dirty="0" err="1"/>
              <a:t>있습니다</a:t>
            </a:r>
            <a:r>
              <a:rPr dirty="0"/>
              <a:t>. </a:t>
            </a:r>
            <a:r>
              <a:rPr dirty="0" err="1"/>
              <a:t>오른쪽의</a:t>
            </a:r>
            <a:r>
              <a:rPr dirty="0"/>
              <a:t> Total </a:t>
            </a:r>
            <a:r>
              <a:rPr dirty="0" err="1"/>
              <a:t>War와</a:t>
            </a:r>
            <a:r>
              <a:rPr dirty="0"/>
              <a:t> </a:t>
            </a:r>
            <a:r>
              <a:rPr dirty="0" err="1"/>
              <a:t>같은</a:t>
            </a:r>
            <a:r>
              <a:rPr dirty="0"/>
              <a:t> </a:t>
            </a:r>
            <a:r>
              <a:rPr dirty="0" err="1"/>
              <a:t>게임에서도</a:t>
            </a:r>
            <a:r>
              <a:rPr dirty="0"/>
              <a:t> </a:t>
            </a:r>
            <a:r>
              <a:rPr dirty="0" err="1"/>
              <a:t>수많은</a:t>
            </a:r>
            <a:r>
              <a:rPr dirty="0"/>
              <a:t> </a:t>
            </a:r>
            <a:r>
              <a:rPr dirty="0" err="1"/>
              <a:t>개체가</a:t>
            </a:r>
            <a:r>
              <a:rPr dirty="0"/>
              <a:t> </a:t>
            </a:r>
            <a:r>
              <a:rPr dirty="0" err="1"/>
              <a:t>동시에</a:t>
            </a:r>
            <a:r>
              <a:rPr dirty="0"/>
              <a:t> </a:t>
            </a:r>
            <a:r>
              <a:rPr dirty="0" err="1"/>
              <a:t>등장하는</a:t>
            </a:r>
            <a:r>
              <a:rPr dirty="0"/>
              <a:t> </a:t>
            </a:r>
            <a:r>
              <a:rPr dirty="0" err="1"/>
              <a:t>대규모</a:t>
            </a:r>
            <a:r>
              <a:rPr dirty="0"/>
              <a:t> </a:t>
            </a:r>
            <a:r>
              <a:rPr dirty="0" err="1"/>
              <a:t>전투</a:t>
            </a:r>
            <a:r>
              <a:rPr dirty="0"/>
              <a:t> </a:t>
            </a:r>
            <a:r>
              <a:rPr dirty="0" err="1"/>
              <a:t>장면이</a:t>
            </a:r>
            <a:r>
              <a:rPr dirty="0"/>
              <a:t> </a:t>
            </a:r>
            <a:r>
              <a:rPr dirty="0" err="1"/>
              <a:t>사용됩니다</a:t>
            </a:r>
            <a:r>
              <a:rPr dirty="0"/>
              <a:t>.</a:t>
            </a:r>
          </a:p>
          <a:p>
            <a:endParaRPr dirty="0"/>
          </a:p>
          <a:p>
            <a:r>
              <a:rPr dirty="0" err="1"/>
              <a:t>하지만</a:t>
            </a:r>
            <a:r>
              <a:rPr dirty="0"/>
              <a:t> </a:t>
            </a:r>
            <a:r>
              <a:rPr dirty="0" err="1"/>
              <a:t>게임</a:t>
            </a:r>
            <a:r>
              <a:rPr dirty="0"/>
              <a:t>, </a:t>
            </a:r>
            <a:r>
              <a:rPr dirty="0" err="1"/>
              <a:t>시뮬레이션에서는</a:t>
            </a:r>
            <a:r>
              <a:rPr dirty="0"/>
              <a:t> </a:t>
            </a:r>
            <a:r>
              <a:rPr dirty="0" err="1"/>
              <a:t>많은</a:t>
            </a:r>
            <a:r>
              <a:rPr dirty="0"/>
              <a:t> </a:t>
            </a:r>
            <a:r>
              <a:rPr dirty="0" err="1"/>
              <a:t>개체를</a:t>
            </a:r>
            <a:r>
              <a:rPr dirty="0"/>
              <a:t> </a:t>
            </a:r>
            <a:r>
              <a:rPr dirty="0" err="1"/>
              <a:t>보여주는</a:t>
            </a:r>
            <a:r>
              <a:rPr dirty="0"/>
              <a:t> </a:t>
            </a:r>
            <a:r>
              <a:rPr dirty="0" err="1"/>
              <a:t>것뿐</a:t>
            </a:r>
            <a:r>
              <a:rPr dirty="0"/>
              <a:t> </a:t>
            </a:r>
            <a:r>
              <a:rPr dirty="0" err="1"/>
              <a:t>아니라</a:t>
            </a:r>
            <a:r>
              <a:rPr dirty="0"/>
              <a:t>, </a:t>
            </a:r>
            <a:r>
              <a:rPr dirty="0" err="1"/>
              <a:t>각각의</a:t>
            </a:r>
            <a:r>
              <a:rPr dirty="0"/>
              <a:t> </a:t>
            </a:r>
            <a:r>
              <a:rPr dirty="0" err="1"/>
              <a:t>상태와</a:t>
            </a:r>
            <a:r>
              <a:rPr dirty="0"/>
              <a:t> </a:t>
            </a:r>
            <a:r>
              <a:rPr dirty="0" err="1"/>
              <a:t>화면</a:t>
            </a:r>
            <a:r>
              <a:rPr dirty="0"/>
              <a:t> </a:t>
            </a:r>
            <a:r>
              <a:rPr dirty="0" err="1"/>
              <a:t>출력을</a:t>
            </a:r>
            <a:r>
              <a:rPr dirty="0"/>
              <a:t> </a:t>
            </a:r>
            <a:r>
              <a:rPr dirty="0" err="1"/>
              <a:t>실시간으로</a:t>
            </a:r>
            <a:r>
              <a:rPr dirty="0"/>
              <a:t> </a:t>
            </a:r>
            <a:r>
              <a:rPr dirty="0" err="1"/>
              <a:t>계속</a:t>
            </a:r>
            <a:r>
              <a:rPr dirty="0"/>
              <a:t> </a:t>
            </a:r>
            <a:r>
              <a:rPr dirty="0" err="1"/>
              <a:t>갱신해야</a:t>
            </a:r>
            <a:r>
              <a:rPr dirty="0"/>
              <a:t> </a:t>
            </a:r>
            <a:r>
              <a:rPr dirty="0" err="1"/>
              <a:t>한다는</a:t>
            </a:r>
            <a:r>
              <a:rPr dirty="0"/>
              <a:t> </a:t>
            </a:r>
            <a:r>
              <a:rPr dirty="0" err="1"/>
              <a:t>차이가</a:t>
            </a:r>
            <a:r>
              <a:rPr dirty="0"/>
              <a:t> </a:t>
            </a:r>
            <a:r>
              <a:rPr dirty="0" err="1"/>
              <a:t>있습니다</a:t>
            </a:r>
            <a:r>
              <a:rPr dirty="0"/>
              <a:t>.</a:t>
            </a:r>
          </a:p>
          <a:p>
            <a:endParaRPr dirty="0"/>
          </a:p>
          <a:p>
            <a:r>
              <a:rPr dirty="0" err="1"/>
              <a:t>이때</a:t>
            </a:r>
            <a:r>
              <a:rPr dirty="0"/>
              <a:t> </a:t>
            </a:r>
            <a:r>
              <a:rPr dirty="0" err="1"/>
              <a:t>객체</a:t>
            </a:r>
            <a:r>
              <a:rPr dirty="0"/>
              <a:t> </a:t>
            </a:r>
            <a:r>
              <a:rPr dirty="0" err="1"/>
              <a:t>수가</a:t>
            </a:r>
            <a:r>
              <a:rPr dirty="0"/>
              <a:t> </a:t>
            </a:r>
            <a:r>
              <a:rPr dirty="0" err="1"/>
              <a:t>증가하면</a:t>
            </a:r>
            <a:r>
              <a:rPr dirty="0"/>
              <a:t> </a:t>
            </a:r>
            <a:r>
              <a:rPr dirty="0" err="1"/>
              <a:t>단순히</a:t>
            </a:r>
            <a:r>
              <a:rPr dirty="0"/>
              <a:t> </a:t>
            </a:r>
            <a:r>
              <a:rPr dirty="0" err="1"/>
              <a:t>화면에</a:t>
            </a:r>
            <a:r>
              <a:rPr dirty="0"/>
              <a:t> </a:t>
            </a:r>
            <a:r>
              <a:rPr dirty="0" err="1"/>
              <a:t>그려야</a:t>
            </a:r>
            <a:r>
              <a:rPr dirty="0"/>
              <a:t> </a:t>
            </a:r>
            <a:r>
              <a:rPr dirty="0" err="1"/>
              <a:t>하는</a:t>
            </a:r>
            <a:r>
              <a:rPr dirty="0"/>
              <a:t> </a:t>
            </a:r>
            <a:r>
              <a:rPr dirty="0" err="1"/>
              <a:t>모델만</a:t>
            </a:r>
            <a:r>
              <a:rPr dirty="0"/>
              <a:t> </a:t>
            </a:r>
            <a:r>
              <a:rPr dirty="0" err="1"/>
              <a:t>늘어나는</a:t>
            </a:r>
            <a:r>
              <a:rPr dirty="0"/>
              <a:t> </a:t>
            </a:r>
            <a:r>
              <a:rPr dirty="0" err="1"/>
              <a:t>것이</a:t>
            </a:r>
            <a:r>
              <a:rPr dirty="0"/>
              <a:t> </a:t>
            </a:r>
            <a:r>
              <a:rPr dirty="0" err="1"/>
              <a:t>아닙니다</a:t>
            </a:r>
            <a:r>
              <a:rPr dirty="0"/>
              <a:t>. 각 </a:t>
            </a:r>
            <a:r>
              <a:rPr dirty="0" err="1"/>
              <a:t>객체의</a:t>
            </a:r>
            <a:r>
              <a:rPr dirty="0"/>
              <a:t> </a:t>
            </a:r>
            <a:r>
              <a:rPr dirty="0" err="1"/>
              <a:t>위치와</a:t>
            </a:r>
            <a:r>
              <a:rPr dirty="0"/>
              <a:t> </a:t>
            </a:r>
            <a:r>
              <a:rPr dirty="0" err="1"/>
              <a:t>행동</a:t>
            </a:r>
            <a:r>
              <a:rPr dirty="0"/>
              <a:t> </a:t>
            </a:r>
            <a:r>
              <a:rPr dirty="0" err="1"/>
              <a:t>같은</a:t>
            </a:r>
            <a:r>
              <a:rPr dirty="0"/>
              <a:t> </a:t>
            </a:r>
            <a:r>
              <a:rPr dirty="0" err="1"/>
              <a:t>상태를</a:t>
            </a:r>
            <a:r>
              <a:rPr dirty="0"/>
              <a:t> </a:t>
            </a:r>
            <a:r>
              <a:rPr dirty="0" err="1"/>
              <a:t>갱신하고</a:t>
            </a:r>
            <a:r>
              <a:rPr dirty="0"/>
              <a:t>, 그 </a:t>
            </a:r>
            <a:r>
              <a:rPr dirty="0" err="1"/>
              <a:t>결과를</a:t>
            </a:r>
            <a:r>
              <a:rPr dirty="0"/>
              <a:t> </a:t>
            </a:r>
            <a:r>
              <a:rPr dirty="0" err="1"/>
              <a:t>GPU가</a:t>
            </a:r>
            <a:r>
              <a:rPr dirty="0"/>
              <a:t> </a:t>
            </a:r>
            <a:r>
              <a:rPr dirty="0" err="1"/>
              <a:t>사용할</a:t>
            </a:r>
            <a:r>
              <a:rPr dirty="0"/>
              <a:t> </a:t>
            </a:r>
            <a:r>
              <a:rPr dirty="0" err="1"/>
              <a:t>인스턴스</a:t>
            </a:r>
            <a:r>
              <a:rPr dirty="0"/>
              <a:t> </a:t>
            </a:r>
            <a:r>
              <a:rPr dirty="0" err="1"/>
              <a:t>데이터로</a:t>
            </a:r>
            <a:r>
              <a:rPr dirty="0"/>
              <a:t> </a:t>
            </a:r>
            <a:r>
              <a:rPr dirty="0" err="1"/>
              <a:t>구성해서</a:t>
            </a:r>
            <a:r>
              <a:rPr dirty="0"/>
              <a:t> </a:t>
            </a:r>
            <a:r>
              <a:rPr dirty="0" err="1"/>
              <a:t>전달하며</a:t>
            </a:r>
            <a:r>
              <a:rPr dirty="0"/>
              <a:t>, </a:t>
            </a:r>
            <a:r>
              <a:rPr dirty="0" err="1"/>
              <a:t>실제</a:t>
            </a:r>
            <a:r>
              <a:rPr dirty="0"/>
              <a:t> </a:t>
            </a:r>
            <a:r>
              <a:rPr dirty="0" err="1"/>
              <a:t>화면</a:t>
            </a:r>
            <a:r>
              <a:rPr dirty="0"/>
              <a:t> </a:t>
            </a:r>
            <a:r>
              <a:rPr dirty="0" err="1"/>
              <a:t>출력을</a:t>
            </a:r>
            <a:r>
              <a:rPr dirty="0"/>
              <a:t> </a:t>
            </a:r>
            <a:r>
              <a:rPr dirty="0" err="1"/>
              <a:t>위한</a:t>
            </a:r>
            <a:r>
              <a:rPr dirty="0"/>
              <a:t> </a:t>
            </a:r>
            <a:r>
              <a:rPr dirty="0" err="1"/>
              <a:t>렌더링</a:t>
            </a:r>
            <a:r>
              <a:rPr dirty="0"/>
              <a:t> </a:t>
            </a:r>
            <a:r>
              <a:rPr dirty="0" err="1"/>
              <a:t>명령을</a:t>
            </a:r>
            <a:r>
              <a:rPr dirty="0"/>
              <a:t> </a:t>
            </a:r>
            <a:r>
              <a:rPr dirty="0" err="1"/>
              <a:t>제출하는</a:t>
            </a:r>
            <a:r>
              <a:rPr dirty="0"/>
              <a:t> </a:t>
            </a:r>
            <a:r>
              <a:rPr dirty="0" err="1"/>
              <a:t>비용도</a:t>
            </a:r>
            <a:r>
              <a:rPr dirty="0"/>
              <a:t> </a:t>
            </a:r>
            <a:r>
              <a:rPr dirty="0" err="1"/>
              <a:t>함께</a:t>
            </a:r>
            <a:r>
              <a:rPr dirty="0"/>
              <a:t> </a:t>
            </a:r>
            <a:r>
              <a:rPr dirty="0" err="1"/>
              <a:t>증가합니다</a:t>
            </a:r>
            <a:r>
              <a:rPr dirty="0"/>
              <a:t>.</a:t>
            </a:r>
          </a:p>
          <a:p>
            <a:endParaRPr dirty="0"/>
          </a:p>
          <a:p>
            <a:r>
              <a:rPr dirty="0" err="1"/>
              <a:t>저희는</a:t>
            </a:r>
            <a:r>
              <a:rPr dirty="0"/>
              <a:t> </a:t>
            </a:r>
            <a:r>
              <a:rPr dirty="0" err="1"/>
              <a:t>여기서</a:t>
            </a:r>
            <a:r>
              <a:rPr dirty="0"/>
              <a:t> </a:t>
            </a:r>
            <a:r>
              <a:rPr dirty="0" err="1"/>
              <a:t>동일한</a:t>
            </a:r>
            <a:r>
              <a:rPr dirty="0"/>
              <a:t> ECS </a:t>
            </a:r>
            <a:r>
              <a:rPr dirty="0" err="1"/>
              <a:t>시뮬레이션을</a:t>
            </a:r>
            <a:r>
              <a:rPr dirty="0"/>
              <a:t> </a:t>
            </a:r>
            <a:r>
              <a:rPr dirty="0" err="1"/>
              <a:t>사용할</a:t>
            </a:r>
            <a:r>
              <a:rPr dirty="0"/>
              <a:t> 때 </a:t>
            </a:r>
            <a:r>
              <a:rPr dirty="0" err="1"/>
              <a:t>렌더링</a:t>
            </a:r>
            <a:r>
              <a:rPr dirty="0"/>
              <a:t> </a:t>
            </a:r>
            <a:r>
              <a:rPr dirty="0" err="1"/>
              <a:t>경로와</a:t>
            </a:r>
            <a:r>
              <a:rPr dirty="0"/>
              <a:t> </a:t>
            </a:r>
            <a:r>
              <a:rPr dirty="0" err="1"/>
              <a:t>제출</a:t>
            </a:r>
            <a:r>
              <a:rPr dirty="0"/>
              <a:t> </a:t>
            </a:r>
            <a:r>
              <a:rPr dirty="0" err="1"/>
              <a:t>구조의</a:t>
            </a:r>
            <a:r>
              <a:rPr dirty="0"/>
              <a:t> </a:t>
            </a:r>
            <a:r>
              <a:rPr dirty="0" err="1"/>
              <a:t>차이가</a:t>
            </a:r>
            <a:r>
              <a:rPr dirty="0"/>
              <a:t> </a:t>
            </a:r>
            <a:r>
              <a:rPr dirty="0" err="1"/>
              <a:t>실제</a:t>
            </a:r>
            <a:r>
              <a:rPr dirty="0"/>
              <a:t> </a:t>
            </a:r>
            <a:r>
              <a:rPr dirty="0" err="1"/>
              <a:t>프레임</a:t>
            </a:r>
            <a:r>
              <a:rPr dirty="0"/>
              <a:t> </a:t>
            </a:r>
            <a:r>
              <a:rPr dirty="0" err="1"/>
              <a:t>성능에</a:t>
            </a:r>
            <a:r>
              <a:rPr dirty="0"/>
              <a:t> </a:t>
            </a:r>
            <a:r>
              <a:rPr dirty="0" err="1"/>
              <a:t>어떤</a:t>
            </a:r>
            <a:r>
              <a:rPr dirty="0"/>
              <a:t> </a:t>
            </a:r>
            <a:r>
              <a:rPr dirty="0" err="1"/>
              <a:t>영향을</a:t>
            </a:r>
            <a:r>
              <a:rPr dirty="0"/>
              <a:t> </a:t>
            </a:r>
            <a:r>
              <a:rPr dirty="0" err="1"/>
              <a:t>미치는지</a:t>
            </a:r>
            <a:r>
              <a:rPr dirty="0"/>
              <a:t> </a:t>
            </a:r>
            <a:r>
              <a:rPr dirty="0" err="1"/>
              <a:t>비교했습니다</a:t>
            </a:r>
            <a:r>
              <a:rPr dirty="0"/>
              <a:t>.</a:t>
            </a:r>
          </a:p>
          <a:p>
            <a:endParaRPr dirty="0"/>
          </a:p>
          <a:p>
            <a:r>
              <a:rPr dirty="0"/>
              <a:t>[</a:t>
            </a:r>
            <a:r>
              <a:rPr dirty="0" err="1"/>
              <a:t>자료</a:t>
            </a:r>
            <a:r>
              <a:rPr dirty="0"/>
              <a:t> </a:t>
            </a:r>
            <a:r>
              <a:rPr dirty="0" err="1"/>
              <a:t>출처</a:t>
            </a:r>
            <a:r>
              <a:rPr dirty="0"/>
              <a:t>]</a:t>
            </a:r>
          </a:p>
          <a:p>
            <a:r>
              <a:rPr dirty="0" err="1"/>
              <a:t>영화</a:t>
            </a:r>
            <a:r>
              <a:rPr dirty="0"/>
              <a:t>: Wētā FX, The Lord of the Rings: The Return of the King.</a:t>
            </a:r>
          </a:p>
          <a:p>
            <a:r>
              <a:rPr dirty="0"/>
              <a:t>https://www.wetafx.co.nz/films/filmography/the-lord-of-the-rings-the-return-of-the-king</a:t>
            </a:r>
          </a:p>
          <a:p>
            <a:r>
              <a:rPr dirty="0"/>
              <a:t>https://www.wetafx.co.nz/assets/Uploads/images/imagegallery/desktop/the-lord-of-the-rings-the-return-of-the-king-Mumakil-Massive2-galleryoverlay-desktop.jpg</a:t>
            </a:r>
          </a:p>
          <a:p>
            <a:r>
              <a:rPr dirty="0" err="1"/>
              <a:t>게임</a:t>
            </a:r>
            <a:r>
              <a:rPr dirty="0"/>
              <a:t>: Creative Assembly / SEGA, Total War: WARHAMMER III </a:t>
            </a:r>
            <a:r>
              <a:rPr dirty="0" err="1"/>
              <a:t>공식</a:t>
            </a:r>
            <a:r>
              <a:rPr dirty="0"/>
              <a:t> Steam </a:t>
            </a:r>
            <a:r>
              <a:rPr dirty="0" err="1"/>
              <a:t>스토어</a:t>
            </a:r>
            <a:r>
              <a:rPr dirty="0"/>
              <a:t>.</a:t>
            </a:r>
          </a:p>
          <a:p>
            <a:r>
              <a:rPr dirty="0"/>
              <a:t>https://store.steampowered.com/app/1142710/Total_War_WARHAMMER_III/</a:t>
            </a:r>
          </a:p>
          <a:p>
            <a:r>
              <a:rPr dirty="0"/>
              <a:t>https://shared.akamai.steamstatic.com/store_item_assets/steam/apps/1142710/ss_6149b0570c42cda0e40b4de71e6f48bbe5c4c577.1920x1080.jpg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프로젝트의 기본 기술 스택은 Unity ECS, Entity Component System입니다.</a:t>
            </a:r>
          </a:p>
          <a:p>
            <a:endParaRPr/>
          </a:p>
          <a:p>
            <a:r>
              <a:t>ECS는 개체를 나타내는 Entity, 개체의 상태를 저장하는 Component, 그리고 필요한 데이터를 대상으로 상태를 처리하는 System으로 역할을 나누는 구조입니다.</a:t>
            </a:r>
          </a:p>
          <a:p>
            <a:endParaRPr/>
          </a:p>
          <a:p>
            <a:r>
              <a:t>저희 프로젝트에서는 수천 개에서 최대 만 육천 개의 병사 인스턴스가 여러 스웜으로 구성되어 위치와 방향, 행동과 애니메이션 상태를 지속적으로 갱신해야 합니다. 그래서 대량 객체의 상태를 데이터 중심으로 구조화하고 반복적으로 처리하기 위한 기반으로 Unity ECS를 사용했습니다.</a:t>
            </a:r>
          </a:p>
          <a:p>
            <a:endParaRPr/>
          </a:p>
          <a:p>
            <a:r>
              <a:t>하지만 ECS에서 상태를 갱신하는 것만으로 화면이 그려지는 것은 아닙니다. ECS에서 만들어진 상태를 GPU가 사용할 수 있는 인스턴스 데이터로 구성하고, 이를 실제 렌더링 작업과 명령으로 연결하는 과정이 필요합니다.</a:t>
            </a:r>
          </a:p>
          <a:p>
            <a:endParaRPr/>
          </a:p>
          <a:p>
            <a:r>
              <a:t>이번 프로젝트에서 이 역할을 수행하도록 구현하고 비교한 두 렌더링 경로가 RMI와 BRG입니다.</a:t>
            </a:r>
          </a:p>
          <a:p>
            <a:endParaRPr/>
          </a:p>
          <a:p>
            <a:r>
              <a:t>먼저 RMI, Graphics.RenderMeshIndirect는 간접 명령을 이용하는 렌더링 경로입니다. 응용 프로그램 쪽에서 GPU에 전달할 인스턴스 데이터와 렌더링 작업을 구성하고, 그 제출을 직접 관리합니다.</a:t>
            </a:r>
          </a:p>
          <a:p>
            <a:endParaRPr/>
          </a:p>
          <a:p>
            <a:r>
              <a:t>반면 BRG, BatchRendererGroup은 Unity가 관리하는 배치 렌더링 절차를 사용하는 경로입니다. 렌더링 자원을 등록하고, Unity의 렌더링 절차에 어떤 인스턴스를 처리할지와 필요한 작업 정보를 제공하는 방식입니다.</a:t>
            </a:r>
          </a:p>
          <a:p>
            <a:endParaRPr/>
          </a:p>
          <a:p>
            <a:r>
              <a:t>두 경로 모두 ECS에서 갱신된 상태를 렌더링으로 연결하지만, 인스턴스 데이터와 렌더링 명령을 구성하고 파이프라인에 전달하는 방식이 서로 다릅니다.</a:t>
            </a:r>
          </a:p>
          <a:p>
            <a:endParaRPr/>
          </a:p>
          <a:p>
            <a:r>
              <a:t>[자료 출처]</a:t>
            </a:r>
          </a:p>
          <a:p>
            <a:r>
              <a:t>제공 블루프린트 v7 및 최종 논문 3장. 도형은 설명을 위한 편집 가능한 구성도.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프로젝트의 기본 기술 스택은 Unity ECS, Entity Component System입니다.</a:t>
            </a:r>
          </a:p>
          <a:p>
            <a:endParaRPr/>
          </a:p>
          <a:p>
            <a:r>
              <a:t>ECS는 개체를 나타내는 Entity, 개체의 상태를 저장하는 Component, 그리고 필요한 데이터를 대상으로 상태를 처리하는 System으로 역할을 나누는 구조입니다.</a:t>
            </a:r>
          </a:p>
          <a:p>
            <a:endParaRPr/>
          </a:p>
          <a:p>
            <a:r>
              <a:t>저희 프로젝트에서는 수천 개에서 최대 만 육천 개의 병사 인스턴스가 여러 스웜으로 구성되어 위치와 방향, 행동과 애니메이션 상태를 지속적으로 갱신해야 합니다. 그래서 대량 객체의 상태를 데이터 중심으로 구조화하고 반복적으로 처리하기 위한 기반으로 Unity ECS를 사용했습니다.</a:t>
            </a:r>
          </a:p>
          <a:p>
            <a:endParaRPr/>
          </a:p>
          <a:p>
            <a:r>
              <a:t>하지만 ECS에서 상태를 갱신하는 것만으로 화면이 그려지는 것은 아닙니다. ECS에서 만들어진 상태를 GPU가 사용할 수 있는 인스턴스 데이터로 구성하고, 이를 실제 렌더링 작업과 명령으로 연결하는 과정이 필요합니다.</a:t>
            </a:r>
          </a:p>
          <a:p>
            <a:endParaRPr/>
          </a:p>
          <a:p>
            <a:r>
              <a:t>이번 프로젝트에서 이 역할을 수행하도록 구현하고 비교한 두 렌더링 경로가 RMI와 BRG입니다.</a:t>
            </a:r>
          </a:p>
          <a:p>
            <a:endParaRPr/>
          </a:p>
          <a:p>
            <a:r>
              <a:t>먼저 RMI, Graphics.RenderMeshIndirect는 간접 명령을 이용하는 렌더링 경로입니다. 응용 프로그램 쪽에서 GPU에 전달할 인스턴스 데이터와 렌더링 작업을 구성하고, 그 제출을 직접 관리합니다.</a:t>
            </a:r>
          </a:p>
          <a:p>
            <a:endParaRPr/>
          </a:p>
          <a:p>
            <a:r>
              <a:t>반면 BRG, BatchRendererGroup은 Unity가 관리하는 배치 렌더링 절차를 사용하는 경로입니다. 렌더링 자원을 등록하고, Unity의 렌더링 절차에 어떤 인스턴스를 처리할지와 필요한 작업 정보를 제공하는 방식입니다.</a:t>
            </a:r>
          </a:p>
          <a:p>
            <a:endParaRPr/>
          </a:p>
          <a:p>
            <a:r>
              <a:t>두 경로 모두 ECS에서 갱신된 상태를 렌더링으로 연결하지만, 인스턴스 데이터와 렌더링 명령을 구성하고 파이프라인에 전달하는 방식이 서로 다릅니다.</a:t>
            </a:r>
          </a:p>
          <a:p>
            <a:endParaRPr/>
          </a:p>
          <a:p>
            <a:r>
              <a:t>[자료 출처]</a:t>
            </a:r>
          </a:p>
          <a:p>
            <a:r>
              <a:t>제공 블루프린트 v7 및 최종 논문 3장. 도형은 설명을 위한 편집 가능한 구성도.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프로젝트의 기본 기술 스택은 Unity ECS, Entity Component System입니다.</a:t>
            </a:r>
          </a:p>
          <a:p>
            <a:endParaRPr/>
          </a:p>
          <a:p>
            <a:r>
              <a:t>ECS는 개체를 나타내는 Entity, 개체의 상태를 저장하는 Component, 그리고 필요한 데이터를 대상으로 상태를 처리하는 System으로 역할을 나누는 구조입니다.</a:t>
            </a:r>
          </a:p>
          <a:p>
            <a:endParaRPr/>
          </a:p>
          <a:p>
            <a:r>
              <a:t>저희 프로젝트에서는 수천 개에서 최대 만 육천 개의 병사 인스턴스가 여러 스웜으로 구성되어 위치와 방향, 행동과 애니메이션 상태를 지속적으로 갱신해야 합니다. 그래서 대량 객체의 상태를 데이터 중심으로 구조화하고 반복적으로 처리하기 위한 기반으로 Unity ECS를 사용했습니다.</a:t>
            </a:r>
          </a:p>
          <a:p>
            <a:endParaRPr/>
          </a:p>
          <a:p>
            <a:r>
              <a:t>하지만 ECS에서 상태를 갱신하는 것만으로 화면이 그려지는 것은 아닙니다. ECS에서 만들어진 상태를 GPU가 사용할 수 있는 인스턴스 데이터로 구성하고, 이를 실제 렌더링 작업과 명령으로 연결하는 과정이 필요합니다.</a:t>
            </a:r>
          </a:p>
          <a:p>
            <a:endParaRPr/>
          </a:p>
          <a:p>
            <a:r>
              <a:t>이번 프로젝트에서 이 역할을 수행하도록 구현하고 비교한 두 렌더링 경로가 RMI와 BRG입니다.</a:t>
            </a:r>
          </a:p>
          <a:p>
            <a:endParaRPr/>
          </a:p>
          <a:p>
            <a:r>
              <a:t>먼저 RMI, Graphics.RenderMeshIndirect는 간접 명령을 이용하는 렌더링 경로입니다. 응용 프로그램 쪽에서 GPU에 전달할 인스턴스 데이터와 렌더링 작업을 구성하고, 그 제출을 직접 관리합니다.</a:t>
            </a:r>
          </a:p>
          <a:p>
            <a:endParaRPr/>
          </a:p>
          <a:p>
            <a:r>
              <a:t>반면 BRG, BatchRendererGroup은 Unity가 관리하는 배치 렌더링 절차를 사용하는 경로입니다. 렌더링 자원을 등록하고, Unity의 렌더링 절차에 어떤 인스턴스를 처리할지와 필요한 작업 정보를 제공하는 방식입니다.</a:t>
            </a:r>
          </a:p>
          <a:p>
            <a:endParaRPr/>
          </a:p>
          <a:p>
            <a:r>
              <a:t>두 경로 모두 ECS에서 갱신된 상태를 렌더링으로 연결하지만, 인스턴스 데이터와 렌더링 명령을 구성하고 파이프라인에 전달하는 방식이 서로 다릅니다.</a:t>
            </a:r>
          </a:p>
          <a:p>
            <a:endParaRPr/>
          </a:p>
          <a:p>
            <a:r>
              <a:t>[자료 출처]</a:t>
            </a:r>
          </a:p>
          <a:p>
            <a:r>
              <a:t>제공 블루프린트 v7 및 최종 논문 3장. 도형은 설명을 위한 편집 가능한 구성도.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앞에서 소개한 RMI와 BRG를 실제 성능으로 비교하기 위해, 실험은 렌더링 경로와 제출 구조라는 두 가지 요인을 조합해서 구성했습니다.</a:t>
            </a:r>
          </a:p>
          <a:p>
            <a:endParaRPr/>
          </a:p>
          <a:p>
            <a:r>
              <a:t>먼저 왼쪽의 비교 조건입니다. RMI와 BRG 각각에 통합 제출과 4분할 제출을 적용해서 네 가지 실행 조건을 만들었습니다. 표의 E1부터 E4가 각각의 조합을 나타냅니다.</a:t>
            </a:r>
          </a:p>
          <a:p>
            <a:endParaRPr/>
          </a:p>
          <a:p>
            <a:r>
              <a:t>통합 제출에서는 전체 인스턴스 범위를 하나의 연속된 제출 단위로 구성합니다. 반면 4분할 제출에서는 같은 인스턴스 집합을 크기가 같은 네 개의 연속 범위로 나누어 각각 제출합니다.</a:t>
            </a:r>
          </a:p>
          <a:p>
            <a:endParaRPr/>
          </a:p>
          <a:p>
            <a:r>
              <a:t>여기서 렌더링 대상이나 메시와 머티리얼 자체를 바꾼 것은 아닙니다. 같은 인스턴스를 유지하면서 제출 범위의 구성만 변경했습니다. 이를 통해 렌더링 경로의 차이뿐 아니라, 같은 경로에서 제출 단위를 나누는 방식이 성능에 영향을 주는지도 함께 비교했습니다.</a:t>
            </a:r>
          </a:p>
          <a:p>
            <a:endParaRPr/>
          </a:p>
          <a:p>
            <a:r>
              <a:t>가운데는 장면의 부하 조건입니다.</a:t>
            </a:r>
          </a:p>
          <a:p>
            <a:endParaRPr/>
          </a:p>
          <a:p>
            <a:r>
              <a:t>N은 렌더링과 상태 갱신 대상이 되는 전체 병사 인스턴스 규모로, 2천 개에서 만 육천 개까지 단계적으로 증가시켰습니다. 따라서 N이 증가하면 화면에 렌더링해야 할 인스턴스와 상태를 갱신해야 할 전체 대상의 규모도 함께 증가합니다.</a:t>
            </a:r>
          </a:p>
          <a:p>
            <a:endParaRPr/>
          </a:p>
          <a:p>
            <a:r>
              <a:t>L은 전체 스웜 수로 4개, 8개, 16개 조건을 사용했습니다. 전체 병사는 각 스웜에 균등하게 나뉘기 때문에 하나의 스웜에 포함되는 병사 수는 N을 L로 나눈 값이 됩니다.</a:t>
            </a:r>
          </a:p>
          <a:p>
            <a:endParaRPr/>
          </a:p>
          <a:p>
            <a:r>
              <a:t>L을 별도의 조건으로 둔 이유는 같은 총 인스턴스 수라도 스웜 구성에 따라 시뮬레이션 부하가 달라지기 때문입니다. 스웜 수가 적어지면 한 스웜에 포함되는 병사가 많아지고, 스웜 내부에서 수행되는 병사 간 분리와 위치 보정 같은 상호작용 계산도 증가합니다. 다만 L은 스웜 수뿐 아니라 스웜당 병사 수와 상호작용 범위, ECS 작업 구성을 함께 변화시키므로 하나의 독립 비용이라기보다 복합적인 부하 조건으로 해석했습니다.</a:t>
            </a:r>
          </a:p>
          <a:p>
            <a:endParaRPr/>
          </a:p>
          <a:p>
            <a:r>
              <a:t>마지막으로 오른쪽은 비교 조건을 통제한 부분입니다. 모든 실행에서 동일한 ECS 시뮬레이션과 렌더링 자원, 카메라와 그래픽 설정을 사용했습니다. 그리고 컬링과 LOD를 비활성화해서 모든 인스턴스가 계속 가시화되도록 했습니다.</a:t>
            </a:r>
          </a:p>
          <a:p>
            <a:endParaRPr/>
          </a:p>
          <a:p>
            <a:r>
              <a:t>이 조건에서 평균 프레임 시간과 FPS 같은 전체 프레임 성능, 주 스레드와 GPU를 포함한 CPU·GPU 처리 특성, 그리고 렌더링 명령 구조를 함께 확인했습니다.</a:t>
            </a:r>
          </a:p>
          <a:p>
            <a:endParaRPr/>
          </a:p>
          <a:p>
            <a:r>
              <a:t>[자료 출처]</a:t>
            </a:r>
          </a:p>
          <a:p>
            <a:r>
              <a:t>F:/Unity Project/Capstone/.capstone/최종 논문 .pdf</a:t>
            </a:r>
          </a:p>
          <a:p>
            <a:r>
              <a:t>PDF 5쪽, Table 1을 캡션·표 전체가 포함되도록 고해상도로 발췌. 표 내용을 재작성하거나 수치를 변경하지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실험에서는</a:t>
            </a:r>
            <a:r>
              <a:rPr dirty="0"/>
              <a:t> </a:t>
            </a:r>
            <a:r>
              <a:rPr dirty="0" err="1"/>
              <a:t>크게</a:t>
            </a:r>
            <a:r>
              <a:rPr dirty="0"/>
              <a:t> 세 </a:t>
            </a:r>
            <a:r>
              <a:rPr dirty="0" err="1"/>
              <a:t>가지</a:t>
            </a:r>
            <a:r>
              <a:rPr dirty="0"/>
              <a:t> </a:t>
            </a:r>
            <a:r>
              <a:rPr dirty="0" err="1"/>
              <a:t>결과를</a:t>
            </a:r>
            <a:r>
              <a:rPr dirty="0"/>
              <a:t> </a:t>
            </a:r>
            <a:r>
              <a:rPr dirty="0" err="1"/>
              <a:t>확인했습니다</a:t>
            </a:r>
            <a:r>
              <a:rPr dirty="0"/>
              <a:t>.</a:t>
            </a:r>
          </a:p>
          <a:p>
            <a:endParaRPr dirty="0"/>
          </a:p>
          <a:p>
            <a:r>
              <a:rPr dirty="0" err="1"/>
              <a:t>먼저</a:t>
            </a:r>
            <a:r>
              <a:rPr dirty="0"/>
              <a:t> </a:t>
            </a:r>
            <a:r>
              <a:rPr dirty="0" err="1"/>
              <a:t>왼쪽의</a:t>
            </a:r>
            <a:r>
              <a:rPr dirty="0"/>
              <a:t> </a:t>
            </a:r>
            <a:r>
              <a:rPr dirty="0" err="1"/>
              <a:t>렌더링</a:t>
            </a:r>
            <a:r>
              <a:rPr dirty="0"/>
              <a:t> </a:t>
            </a:r>
            <a:r>
              <a:rPr dirty="0" err="1"/>
              <a:t>경로</a:t>
            </a:r>
            <a:r>
              <a:rPr dirty="0"/>
              <a:t> </a:t>
            </a:r>
            <a:r>
              <a:rPr dirty="0" err="1"/>
              <a:t>차이입니다</a:t>
            </a:r>
            <a:r>
              <a:rPr dirty="0"/>
              <a:t>. 이 </a:t>
            </a:r>
            <a:r>
              <a:rPr dirty="0" err="1"/>
              <a:t>그래프는</a:t>
            </a:r>
            <a:r>
              <a:rPr dirty="0"/>
              <a:t> </a:t>
            </a:r>
            <a:r>
              <a:rPr dirty="0" err="1"/>
              <a:t>전체</a:t>
            </a:r>
            <a:r>
              <a:rPr dirty="0"/>
              <a:t> </a:t>
            </a:r>
            <a:r>
              <a:rPr dirty="0" err="1"/>
              <a:t>스웜</a:t>
            </a:r>
            <a:r>
              <a:rPr dirty="0"/>
              <a:t> 수 </a:t>
            </a:r>
            <a:r>
              <a:rPr dirty="0" err="1"/>
              <a:t>L이</a:t>
            </a:r>
            <a:r>
              <a:rPr dirty="0"/>
              <a:t> 16인 </a:t>
            </a:r>
            <a:r>
              <a:rPr dirty="0" err="1"/>
              <a:t>조건에서</a:t>
            </a:r>
            <a:r>
              <a:rPr dirty="0"/>
              <a:t> </a:t>
            </a:r>
            <a:r>
              <a:rPr dirty="0" err="1"/>
              <a:t>RMI와</a:t>
            </a:r>
            <a:r>
              <a:rPr dirty="0"/>
              <a:t> </a:t>
            </a:r>
            <a:r>
              <a:rPr dirty="0" err="1"/>
              <a:t>BRG의</a:t>
            </a:r>
            <a:r>
              <a:rPr dirty="0"/>
              <a:t> </a:t>
            </a:r>
            <a:r>
              <a:rPr dirty="0" err="1"/>
              <a:t>평균</a:t>
            </a:r>
            <a:r>
              <a:rPr dirty="0"/>
              <a:t> </a:t>
            </a:r>
            <a:r>
              <a:rPr dirty="0" err="1"/>
              <a:t>프레임</a:t>
            </a:r>
            <a:r>
              <a:rPr dirty="0"/>
              <a:t> </a:t>
            </a:r>
            <a:r>
              <a:rPr dirty="0" err="1"/>
              <a:t>시간을</a:t>
            </a:r>
            <a:r>
              <a:rPr dirty="0"/>
              <a:t> </a:t>
            </a:r>
            <a:r>
              <a:rPr dirty="0" err="1"/>
              <a:t>비교한</a:t>
            </a:r>
            <a:r>
              <a:rPr dirty="0"/>
              <a:t> </a:t>
            </a:r>
            <a:r>
              <a:rPr dirty="0" err="1"/>
              <a:t>결과입니다</a:t>
            </a:r>
            <a:r>
              <a:rPr dirty="0"/>
              <a:t>. 이 </a:t>
            </a:r>
            <a:r>
              <a:rPr dirty="0" err="1"/>
              <a:t>조건은</a:t>
            </a:r>
            <a:r>
              <a:rPr dirty="0"/>
              <a:t> </a:t>
            </a:r>
            <a:r>
              <a:rPr dirty="0" err="1"/>
              <a:t>공통</a:t>
            </a:r>
            <a:r>
              <a:rPr dirty="0"/>
              <a:t> </a:t>
            </a:r>
            <a:r>
              <a:rPr dirty="0" err="1"/>
              <a:t>시뮬레이션보다</a:t>
            </a:r>
            <a:r>
              <a:rPr dirty="0"/>
              <a:t> </a:t>
            </a:r>
            <a:r>
              <a:rPr dirty="0" err="1"/>
              <a:t>렌더링</a:t>
            </a:r>
            <a:r>
              <a:rPr dirty="0"/>
              <a:t> </a:t>
            </a:r>
            <a:r>
              <a:rPr dirty="0" err="1"/>
              <a:t>비용의</a:t>
            </a:r>
            <a:r>
              <a:rPr dirty="0"/>
              <a:t> </a:t>
            </a:r>
            <a:r>
              <a:rPr dirty="0" err="1"/>
              <a:t>영향이</a:t>
            </a:r>
            <a:r>
              <a:rPr dirty="0"/>
              <a:t> </a:t>
            </a:r>
            <a:r>
              <a:rPr dirty="0" err="1"/>
              <a:t>상대적으로</a:t>
            </a:r>
            <a:r>
              <a:rPr dirty="0"/>
              <a:t> </a:t>
            </a:r>
            <a:r>
              <a:rPr dirty="0" err="1"/>
              <a:t>크게</a:t>
            </a:r>
            <a:r>
              <a:rPr dirty="0"/>
              <a:t> </a:t>
            </a:r>
            <a:r>
              <a:rPr dirty="0" err="1"/>
              <a:t>나타나는</a:t>
            </a:r>
            <a:r>
              <a:rPr dirty="0"/>
              <a:t> Rendering-limited </a:t>
            </a:r>
            <a:r>
              <a:rPr dirty="0" err="1"/>
              <a:t>계열입니다</a:t>
            </a:r>
            <a:r>
              <a:rPr dirty="0"/>
              <a:t>.</a:t>
            </a:r>
          </a:p>
          <a:p>
            <a:endParaRPr dirty="0"/>
          </a:p>
          <a:p>
            <a:r>
              <a:rPr dirty="0"/>
              <a:t>이 </a:t>
            </a:r>
            <a:r>
              <a:rPr dirty="0" err="1"/>
              <a:t>조건에서는</a:t>
            </a:r>
            <a:r>
              <a:rPr dirty="0"/>
              <a:t> </a:t>
            </a:r>
            <a:r>
              <a:rPr dirty="0" err="1"/>
              <a:t>전체</a:t>
            </a:r>
            <a:r>
              <a:rPr dirty="0"/>
              <a:t> </a:t>
            </a:r>
            <a:r>
              <a:rPr dirty="0" err="1"/>
              <a:t>인스턴스</a:t>
            </a:r>
            <a:r>
              <a:rPr dirty="0"/>
              <a:t> </a:t>
            </a:r>
            <a:r>
              <a:rPr dirty="0" err="1"/>
              <a:t>규모에서</a:t>
            </a:r>
            <a:r>
              <a:rPr dirty="0"/>
              <a:t> </a:t>
            </a:r>
            <a:r>
              <a:rPr dirty="0" err="1"/>
              <a:t>RMI가</a:t>
            </a:r>
            <a:r>
              <a:rPr dirty="0"/>
              <a:t> </a:t>
            </a:r>
            <a:r>
              <a:rPr dirty="0" err="1"/>
              <a:t>BRG보다</a:t>
            </a:r>
            <a:r>
              <a:rPr dirty="0"/>
              <a:t> 더 </a:t>
            </a:r>
            <a:r>
              <a:rPr dirty="0" err="1"/>
              <a:t>낮은</a:t>
            </a:r>
            <a:r>
              <a:rPr dirty="0"/>
              <a:t> </a:t>
            </a:r>
            <a:r>
              <a:rPr dirty="0" err="1"/>
              <a:t>평균</a:t>
            </a:r>
            <a:r>
              <a:rPr dirty="0"/>
              <a:t> </a:t>
            </a:r>
            <a:r>
              <a:rPr dirty="0" err="1"/>
              <a:t>프레임</a:t>
            </a:r>
            <a:r>
              <a:rPr dirty="0"/>
              <a:t> </a:t>
            </a:r>
            <a:r>
              <a:rPr dirty="0" err="1"/>
              <a:t>시간을</a:t>
            </a:r>
            <a:r>
              <a:rPr dirty="0"/>
              <a:t> </a:t>
            </a:r>
            <a:r>
              <a:rPr dirty="0" err="1"/>
              <a:t>보였습니다</a:t>
            </a:r>
            <a:r>
              <a:rPr dirty="0"/>
              <a:t>. </a:t>
            </a:r>
            <a:r>
              <a:rPr dirty="0" err="1"/>
              <a:t>통합</a:t>
            </a:r>
            <a:r>
              <a:rPr dirty="0"/>
              <a:t> </a:t>
            </a:r>
            <a:r>
              <a:rPr dirty="0" err="1"/>
              <a:t>제출을</a:t>
            </a:r>
            <a:r>
              <a:rPr dirty="0"/>
              <a:t> </a:t>
            </a:r>
            <a:r>
              <a:rPr dirty="0" err="1"/>
              <a:t>기준으로</a:t>
            </a:r>
            <a:r>
              <a:rPr dirty="0"/>
              <a:t> </a:t>
            </a:r>
            <a:r>
              <a:rPr dirty="0" err="1"/>
              <a:t>BRG의</a:t>
            </a:r>
            <a:r>
              <a:rPr dirty="0"/>
              <a:t> </a:t>
            </a:r>
            <a:r>
              <a:rPr dirty="0" err="1"/>
              <a:t>평균</a:t>
            </a:r>
            <a:r>
              <a:rPr dirty="0"/>
              <a:t> </a:t>
            </a:r>
            <a:r>
              <a:rPr dirty="0" err="1"/>
              <a:t>프레임</a:t>
            </a:r>
            <a:r>
              <a:rPr dirty="0"/>
              <a:t> </a:t>
            </a:r>
            <a:r>
              <a:rPr dirty="0" err="1"/>
              <a:t>시간은</a:t>
            </a:r>
            <a:r>
              <a:rPr dirty="0"/>
              <a:t> </a:t>
            </a:r>
            <a:r>
              <a:rPr dirty="0" err="1"/>
              <a:t>RMI보다</a:t>
            </a:r>
            <a:r>
              <a:rPr dirty="0"/>
              <a:t> 약 6.3에서 8.5퍼센트 </a:t>
            </a:r>
            <a:r>
              <a:rPr dirty="0" err="1"/>
              <a:t>높았고</a:t>
            </a:r>
            <a:r>
              <a:rPr dirty="0"/>
              <a:t>, </a:t>
            </a:r>
            <a:r>
              <a:rPr dirty="0" err="1"/>
              <a:t>인스턴스</a:t>
            </a:r>
            <a:r>
              <a:rPr dirty="0"/>
              <a:t> </a:t>
            </a:r>
            <a:r>
              <a:rPr dirty="0" err="1"/>
              <a:t>수가</a:t>
            </a:r>
            <a:r>
              <a:rPr dirty="0"/>
              <a:t> </a:t>
            </a:r>
            <a:r>
              <a:rPr dirty="0" err="1"/>
              <a:t>증가하면서</a:t>
            </a:r>
            <a:r>
              <a:rPr dirty="0"/>
              <a:t> 두 </a:t>
            </a:r>
            <a:r>
              <a:rPr dirty="0" err="1"/>
              <a:t>경로</a:t>
            </a:r>
            <a:r>
              <a:rPr dirty="0"/>
              <a:t> </a:t>
            </a:r>
            <a:r>
              <a:rPr dirty="0" err="1"/>
              <a:t>사이의</a:t>
            </a:r>
            <a:r>
              <a:rPr dirty="0"/>
              <a:t> </a:t>
            </a:r>
            <a:r>
              <a:rPr dirty="0" err="1"/>
              <a:t>절대적인</a:t>
            </a:r>
            <a:r>
              <a:rPr dirty="0"/>
              <a:t> </a:t>
            </a:r>
            <a:r>
              <a:rPr dirty="0" err="1"/>
              <a:t>프레임</a:t>
            </a:r>
            <a:r>
              <a:rPr dirty="0"/>
              <a:t> </a:t>
            </a:r>
            <a:r>
              <a:rPr dirty="0" err="1"/>
              <a:t>시간</a:t>
            </a:r>
            <a:r>
              <a:rPr dirty="0"/>
              <a:t> </a:t>
            </a:r>
            <a:r>
              <a:rPr dirty="0" err="1"/>
              <a:t>차이도</a:t>
            </a:r>
            <a:r>
              <a:rPr dirty="0"/>
              <a:t> </a:t>
            </a:r>
            <a:r>
              <a:rPr dirty="0" err="1"/>
              <a:t>확대됐습니다</a:t>
            </a:r>
            <a:r>
              <a:rPr dirty="0"/>
              <a:t>.</a:t>
            </a:r>
          </a:p>
          <a:p>
            <a:endParaRPr dirty="0"/>
          </a:p>
          <a:p>
            <a:r>
              <a:rPr dirty="0"/>
              <a:t>즉 </a:t>
            </a:r>
            <a:r>
              <a:rPr dirty="0" err="1"/>
              <a:t>동일한</a:t>
            </a:r>
            <a:r>
              <a:rPr dirty="0"/>
              <a:t> ECS </a:t>
            </a:r>
            <a:r>
              <a:rPr dirty="0" err="1"/>
              <a:t>시뮬레이션을</a:t>
            </a:r>
            <a:r>
              <a:rPr dirty="0"/>
              <a:t> </a:t>
            </a:r>
            <a:r>
              <a:rPr dirty="0" err="1"/>
              <a:t>사용하더라도</a:t>
            </a:r>
            <a:r>
              <a:rPr dirty="0"/>
              <a:t>, </a:t>
            </a:r>
            <a:r>
              <a:rPr dirty="0" err="1"/>
              <a:t>갱신된</a:t>
            </a:r>
            <a:r>
              <a:rPr dirty="0"/>
              <a:t> </a:t>
            </a:r>
            <a:r>
              <a:rPr dirty="0" err="1"/>
              <a:t>데이터를</a:t>
            </a:r>
            <a:r>
              <a:rPr dirty="0"/>
              <a:t> </a:t>
            </a:r>
            <a:r>
              <a:rPr dirty="0" err="1"/>
              <a:t>어떤</a:t>
            </a:r>
            <a:r>
              <a:rPr dirty="0"/>
              <a:t> </a:t>
            </a:r>
            <a:r>
              <a:rPr dirty="0" err="1"/>
              <a:t>렌더링</a:t>
            </a:r>
            <a:r>
              <a:rPr dirty="0"/>
              <a:t> </a:t>
            </a:r>
            <a:r>
              <a:rPr dirty="0" err="1"/>
              <a:t>경로를</a:t>
            </a:r>
            <a:r>
              <a:rPr dirty="0"/>
              <a:t> </a:t>
            </a:r>
            <a:r>
              <a:rPr dirty="0" err="1"/>
              <a:t>통해</a:t>
            </a:r>
            <a:r>
              <a:rPr dirty="0"/>
              <a:t> </a:t>
            </a:r>
            <a:r>
              <a:rPr dirty="0" err="1"/>
              <a:t>화면</a:t>
            </a:r>
            <a:r>
              <a:rPr dirty="0"/>
              <a:t> </a:t>
            </a:r>
            <a:r>
              <a:rPr dirty="0" err="1"/>
              <a:t>출력으로</a:t>
            </a:r>
            <a:r>
              <a:rPr dirty="0"/>
              <a:t> </a:t>
            </a:r>
            <a:r>
              <a:rPr dirty="0" err="1"/>
              <a:t>연결하느냐에</a:t>
            </a:r>
            <a:r>
              <a:rPr dirty="0"/>
              <a:t> </a:t>
            </a:r>
            <a:r>
              <a:rPr dirty="0" err="1"/>
              <a:t>따라</a:t>
            </a:r>
            <a:r>
              <a:rPr dirty="0"/>
              <a:t> </a:t>
            </a:r>
            <a:r>
              <a:rPr dirty="0" err="1"/>
              <a:t>실제</a:t>
            </a:r>
            <a:r>
              <a:rPr dirty="0"/>
              <a:t> </a:t>
            </a:r>
            <a:r>
              <a:rPr dirty="0" err="1"/>
              <a:t>프레임</a:t>
            </a:r>
            <a:r>
              <a:rPr dirty="0"/>
              <a:t> </a:t>
            </a:r>
            <a:r>
              <a:rPr dirty="0" err="1"/>
              <a:t>성능</a:t>
            </a:r>
            <a:r>
              <a:rPr dirty="0"/>
              <a:t> </a:t>
            </a:r>
            <a:r>
              <a:rPr dirty="0" err="1"/>
              <a:t>차이가</a:t>
            </a:r>
            <a:r>
              <a:rPr dirty="0"/>
              <a:t> </a:t>
            </a:r>
            <a:r>
              <a:rPr dirty="0" err="1"/>
              <a:t>나타날</a:t>
            </a:r>
            <a:r>
              <a:rPr dirty="0"/>
              <a:t> 수 </a:t>
            </a:r>
            <a:r>
              <a:rPr dirty="0" err="1"/>
              <a:t>있음을</a:t>
            </a:r>
            <a:r>
              <a:rPr dirty="0"/>
              <a:t> </a:t>
            </a:r>
            <a:r>
              <a:rPr dirty="0" err="1"/>
              <a:t>확인했습니다</a:t>
            </a:r>
            <a:r>
              <a:rPr dirty="0"/>
              <a:t>.</a:t>
            </a:r>
          </a:p>
          <a:p>
            <a:endParaRPr dirty="0"/>
          </a:p>
          <a:p>
            <a:r>
              <a:rPr dirty="0"/>
              <a:t>두 </a:t>
            </a:r>
            <a:r>
              <a:rPr dirty="0" err="1"/>
              <a:t>번째는</a:t>
            </a:r>
            <a:r>
              <a:rPr dirty="0"/>
              <a:t> </a:t>
            </a:r>
            <a:r>
              <a:rPr dirty="0" err="1"/>
              <a:t>오른쪽</a:t>
            </a:r>
            <a:r>
              <a:rPr dirty="0"/>
              <a:t> </a:t>
            </a:r>
            <a:r>
              <a:rPr dirty="0" err="1"/>
              <a:t>위의</a:t>
            </a:r>
            <a:r>
              <a:rPr dirty="0"/>
              <a:t> </a:t>
            </a:r>
            <a:r>
              <a:rPr dirty="0" err="1"/>
              <a:t>제출</a:t>
            </a:r>
            <a:r>
              <a:rPr dirty="0"/>
              <a:t> </a:t>
            </a:r>
            <a:r>
              <a:rPr dirty="0" err="1"/>
              <a:t>구조</a:t>
            </a:r>
            <a:r>
              <a:rPr dirty="0"/>
              <a:t> </a:t>
            </a:r>
            <a:r>
              <a:rPr dirty="0" err="1"/>
              <a:t>차이입니다</a:t>
            </a:r>
            <a:r>
              <a:rPr dirty="0"/>
              <a:t>.</a:t>
            </a:r>
          </a:p>
          <a:p>
            <a:endParaRPr dirty="0"/>
          </a:p>
          <a:p>
            <a:r>
              <a:rPr dirty="0" err="1"/>
              <a:t>같은</a:t>
            </a:r>
            <a:r>
              <a:rPr dirty="0"/>
              <a:t> L=16의 Rendering-limited </a:t>
            </a:r>
            <a:r>
              <a:rPr dirty="0" err="1"/>
              <a:t>계열에서</a:t>
            </a:r>
            <a:r>
              <a:rPr dirty="0"/>
              <a:t> </a:t>
            </a:r>
            <a:r>
              <a:rPr dirty="0" err="1"/>
              <a:t>통합</a:t>
            </a:r>
            <a:r>
              <a:rPr dirty="0"/>
              <a:t> </a:t>
            </a:r>
            <a:r>
              <a:rPr dirty="0" err="1"/>
              <a:t>제출과</a:t>
            </a:r>
            <a:r>
              <a:rPr dirty="0"/>
              <a:t> 4분할 </a:t>
            </a:r>
            <a:r>
              <a:rPr dirty="0" err="1"/>
              <a:t>제출을</a:t>
            </a:r>
            <a:r>
              <a:rPr dirty="0"/>
              <a:t> </a:t>
            </a:r>
            <a:r>
              <a:rPr dirty="0" err="1"/>
              <a:t>같은</a:t>
            </a:r>
            <a:r>
              <a:rPr dirty="0"/>
              <a:t> </a:t>
            </a:r>
            <a:r>
              <a:rPr dirty="0" err="1"/>
              <a:t>렌더링</a:t>
            </a:r>
            <a:r>
              <a:rPr dirty="0"/>
              <a:t> </a:t>
            </a:r>
            <a:r>
              <a:rPr dirty="0" err="1"/>
              <a:t>경로</a:t>
            </a:r>
            <a:r>
              <a:rPr dirty="0"/>
              <a:t> </a:t>
            </a:r>
            <a:r>
              <a:rPr dirty="0" err="1"/>
              <a:t>안에서</a:t>
            </a:r>
            <a:r>
              <a:rPr dirty="0"/>
              <a:t> </a:t>
            </a:r>
            <a:r>
              <a:rPr dirty="0" err="1"/>
              <a:t>비교했을</a:t>
            </a:r>
            <a:r>
              <a:rPr dirty="0"/>
              <a:t> </a:t>
            </a:r>
            <a:r>
              <a:rPr dirty="0" err="1"/>
              <a:t>때는</a:t>
            </a:r>
            <a:r>
              <a:rPr dirty="0"/>
              <a:t> </a:t>
            </a:r>
            <a:r>
              <a:rPr dirty="0" err="1"/>
              <a:t>앞선</a:t>
            </a:r>
            <a:r>
              <a:rPr dirty="0"/>
              <a:t> </a:t>
            </a:r>
            <a:r>
              <a:rPr dirty="0" err="1"/>
              <a:t>RMI와</a:t>
            </a:r>
            <a:r>
              <a:rPr dirty="0"/>
              <a:t> </a:t>
            </a:r>
            <a:r>
              <a:rPr dirty="0" err="1"/>
              <a:t>BRG의</a:t>
            </a:r>
            <a:r>
              <a:rPr dirty="0"/>
              <a:t> </a:t>
            </a:r>
            <a:r>
              <a:rPr dirty="0" err="1"/>
              <a:t>차이와</a:t>
            </a:r>
            <a:r>
              <a:rPr dirty="0"/>
              <a:t> </a:t>
            </a:r>
            <a:r>
              <a:rPr dirty="0" err="1"/>
              <a:t>달리</a:t>
            </a:r>
            <a:r>
              <a:rPr dirty="0"/>
              <a:t> </a:t>
            </a:r>
            <a:r>
              <a:rPr dirty="0" err="1"/>
              <a:t>프레임</a:t>
            </a:r>
            <a:r>
              <a:rPr dirty="0"/>
              <a:t> </a:t>
            </a:r>
            <a:r>
              <a:rPr dirty="0" err="1"/>
              <a:t>성능</a:t>
            </a:r>
            <a:r>
              <a:rPr dirty="0"/>
              <a:t> </a:t>
            </a:r>
            <a:r>
              <a:rPr dirty="0" err="1"/>
              <a:t>차이가</a:t>
            </a:r>
            <a:r>
              <a:rPr dirty="0"/>
              <a:t> </a:t>
            </a:r>
            <a:r>
              <a:rPr dirty="0" err="1"/>
              <a:t>매우</a:t>
            </a:r>
            <a:r>
              <a:rPr dirty="0"/>
              <a:t> </a:t>
            </a:r>
            <a:r>
              <a:rPr dirty="0" err="1"/>
              <a:t>작았습니다</a:t>
            </a:r>
            <a:r>
              <a:rPr dirty="0"/>
              <a:t>. 두 </a:t>
            </a:r>
            <a:r>
              <a:rPr dirty="0" err="1"/>
              <a:t>렌더링</a:t>
            </a:r>
            <a:r>
              <a:rPr dirty="0"/>
              <a:t> </a:t>
            </a:r>
            <a:r>
              <a:rPr dirty="0" err="1"/>
              <a:t>경로</a:t>
            </a:r>
            <a:r>
              <a:rPr dirty="0"/>
              <a:t> </a:t>
            </a:r>
            <a:r>
              <a:rPr dirty="0" err="1"/>
              <a:t>모두</a:t>
            </a:r>
            <a:r>
              <a:rPr dirty="0"/>
              <a:t> </a:t>
            </a:r>
            <a:r>
              <a:rPr dirty="0" err="1"/>
              <a:t>통합과</a:t>
            </a:r>
            <a:r>
              <a:rPr dirty="0"/>
              <a:t> 4분할의 </a:t>
            </a:r>
            <a:r>
              <a:rPr dirty="0" err="1"/>
              <a:t>평균</a:t>
            </a:r>
            <a:r>
              <a:rPr dirty="0"/>
              <a:t> </a:t>
            </a:r>
            <a:r>
              <a:rPr dirty="0" err="1"/>
              <a:t>프레임</a:t>
            </a:r>
            <a:r>
              <a:rPr dirty="0"/>
              <a:t> </a:t>
            </a:r>
            <a:r>
              <a:rPr dirty="0" err="1"/>
              <a:t>시간</a:t>
            </a:r>
            <a:r>
              <a:rPr dirty="0"/>
              <a:t> </a:t>
            </a:r>
            <a:r>
              <a:rPr dirty="0" err="1"/>
              <a:t>차이가</a:t>
            </a:r>
            <a:r>
              <a:rPr dirty="0"/>
              <a:t> 0.5퍼센트 </a:t>
            </a:r>
            <a:r>
              <a:rPr dirty="0" err="1"/>
              <a:t>이내였습니다</a:t>
            </a:r>
            <a:r>
              <a:rPr dirty="0"/>
              <a:t>.</a:t>
            </a:r>
          </a:p>
          <a:p>
            <a:endParaRPr dirty="0"/>
          </a:p>
          <a:p>
            <a:r>
              <a:rPr dirty="0" err="1"/>
              <a:t>또한</a:t>
            </a:r>
            <a:r>
              <a:rPr dirty="0"/>
              <a:t> </a:t>
            </a:r>
            <a:r>
              <a:rPr dirty="0" err="1"/>
              <a:t>어느</a:t>
            </a:r>
            <a:r>
              <a:rPr dirty="0"/>
              <a:t> </a:t>
            </a:r>
            <a:r>
              <a:rPr dirty="0" err="1"/>
              <a:t>한쪽이</a:t>
            </a:r>
            <a:r>
              <a:rPr dirty="0"/>
              <a:t> </a:t>
            </a:r>
            <a:r>
              <a:rPr dirty="0" err="1"/>
              <a:t>모든</a:t>
            </a:r>
            <a:r>
              <a:rPr dirty="0"/>
              <a:t> </a:t>
            </a:r>
            <a:r>
              <a:rPr dirty="0" err="1"/>
              <a:t>부하에서</a:t>
            </a:r>
            <a:r>
              <a:rPr dirty="0"/>
              <a:t> </a:t>
            </a:r>
            <a:r>
              <a:rPr dirty="0" err="1"/>
              <a:t>계속</a:t>
            </a:r>
            <a:r>
              <a:rPr dirty="0"/>
              <a:t> 더 </a:t>
            </a:r>
            <a:r>
              <a:rPr dirty="0" err="1"/>
              <a:t>빠르게</a:t>
            </a:r>
            <a:r>
              <a:rPr dirty="0"/>
              <a:t> </a:t>
            </a:r>
            <a:r>
              <a:rPr dirty="0" err="1"/>
              <a:t>나타나는</a:t>
            </a:r>
            <a:r>
              <a:rPr dirty="0"/>
              <a:t> </a:t>
            </a:r>
            <a:r>
              <a:rPr dirty="0" err="1"/>
              <a:t>일관된</a:t>
            </a:r>
            <a:r>
              <a:rPr dirty="0"/>
              <a:t> </a:t>
            </a:r>
            <a:r>
              <a:rPr dirty="0" err="1"/>
              <a:t>방향도</a:t>
            </a:r>
            <a:r>
              <a:rPr dirty="0"/>
              <a:t> </a:t>
            </a:r>
            <a:r>
              <a:rPr dirty="0" err="1"/>
              <a:t>확인되지</a:t>
            </a:r>
            <a:r>
              <a:rPr dirty="0"/>
              <a:t> </a:t>
            </a:r>
            <a:r>
              <a:rPr dirty="0" err="1"/>
              <a:t>않았습니다</a:t>
            </a:r>
            <a:r>
              <a:rPr dirty="0"/>
              <a:t>. 즉 </a:t>
            </a:r>
            <a:r>
              <a:rPr dirty="0" err="1"/>
              <a:t>이번</a:t>
            </a:r>
            <a:r>
              <a:rPr dirty="0"/>
              <a:t> </a:t>
            </a:r>
            <a:r>
              <a:rPr dirty="0" err="1"/>
              <a:t>조건에서는</a:t>
            </a:r>
            <a:r>
              <a:rPr dirty="0"/>
              <a:t> </a:t>
            </a:r>
            <a:r>
              <a:rPr dirty="0" err="1"/>
              <a:t>같은</a:t>
            </a:r>
            <a:r>
              <a:rPr dirty="0"/>
              <a:t> </a:t>
            </a:r>
            <a:r>
              <a:rPr dirty="0" err="1"/>
              <a:t>인스턴스</a:t>
            </a:r>
            <a:r>
              <a:rPr dirty="0"/>
              <a:t> </a:t>
            </a:r>
            <a:r>
              <a:rPr dirty="0" err="1"/>
              <a:t>집합을</a:t>
            </a:r>
            <a:r>
              <a:rPr dirty="0"/>
              <a:t> </a:t>
            </a:r>
            <a:r>
              <a:rPr dirty="0" err="1"/>
              <a:t>단순히</a:t>
            </a:r>
            <a:r>
              <a:rPr dirty="0"/>
              <a:t> </a:t>
            </a:r>
            <a:r>
              <a:rPr dirty="0" err="1"/>
              <a:t>여러</a:t>
            </a:r>
            <a:r>
              <a:rPr dirty="0"/>
              <a:t> </a:t>
            </a:r>
            <a:r>
              <a:rPr dirty="0" err="1"/>
              <a:t>제출</a:t>
            </a:r>
            <a:r>
              <a:rPr dirty="0"/>
              <a:t> </a:t>
            </a:r>
            <a:r>
              <a:rPr dirty="0" err="1"/>
              <a:t>범위로</a:t>
            </a:r>
            <a:r>
              <a:rPr dirty="0"/>
              <a:t> </a:t>
            </a:r>
            <a:r>
              <a:rPr dirty="0" err="1"/>
              <a:t>나누는</a:t>
            </a:r>
            <a:r>
              <a:rPr dirty="0"/>
              <a:t> </a:t>
            </a:r>
            <a:r>
              <a:rPr dirty="0" err="1"/>
              <a:t>것만으로는</a:t>
            </a:r>
            <a:r>
              <a:rPr dirty="0"/>
              <a:t> </a:t>
            </a:r>
            <a:r>
              <a:rPr dirty="0" err="1"/>
              <a:t>뚜렷한</a:t>
            </a:r>
            <a:r>
              <a:rPr dirty="0"/>
              <a:t> </a:t>
            </a:r>
            <a:r>
              <a:rPr dirty="0" err="1"/>
              <a:t>성능</a:t>
            </a:r>
            <a:r>
              <a:rPr dirty="0"/>
              <a:t> </a:t>
            </a:r>
            <a:r>
              <a:rPr dirty="0" err="1"/>
              <a:t>차이가</a:t>
            </a:r>
            <a:r>
              <a:rPr dirty="0"/>
              <a:t> </a:t>
            </a:r>
            <a:r>
              <a:rPr dirty="0" err="1"/>
              <a:t>나타나지</a:t>
            </a:r>
            <a:r>
              <a:rPr dirty="0"/>
              <a:t> </a:t>
            </a:r>
            <a:r>
              <a:rPr dirty="0" err="1"/>
              <a:t>않았습니다</a:t>
            </a:r>
            <a:r>
              <a:rPr dirty="0"/>
              <a:t>.</a:t>
            </a:r>
          </a:p>
          <a:p>
            <a:endParaRPr dirty="0"/>
          </a:p>
          <a:p>
            <a:r>
              <a:rPr dirty="0" err="1"/>
              <a:t>마지막은</a:t>
            </a:r>
            <a:r>
              <a:rPr dirty="0"/>
              <a:t> </a:t>
            </a:r>
            <a:r>
              <a:rPr dirty="0" err="1"/>
              <a:t>오른쪽</a:t>
            </a:r>
            <a:r>
              <a:rPr dirty="0"/>
              <a:t> </a:t>
            </a:r>
            <a:r>
              <a:rPr dirty="0" err="1"/>
              <a:t>아래의</a:t>
            </a:r>
            <a:r>
              <a:rPr dirty="0"/>
              <a:t> </a:t>
            </a:r>
            <a:r>
              <a:rPr dirty="0" err="1"/>
              <a:t>부하</a:t>
            </a:r>
            <a:r>
              <a:rPr dirty="0"/>
              <a:t> </a:t>
            </a:r>
            <a:r>
              <a:rPr dirty="0" err="1"/>
              <a:t>조건에</a:t>
            </a:r>
            <a:r>
              <a:rPr dirty="0"/>
              <a:t> </a:t>
            </a:r>
            <a:r>
              <a:rPr dirty="0" err="1"/>
              <a:t>따른</a:t>
            </a:r>
            <a:r>
              <a:rPr dirty="0"/>
              <a:t> </a:t>
            </a:r>
            <a:r>
              <a:rPr dirty="0" err="1"/>
              <a:t>병목</a:t>
            </a:r>
            <a:r>
              <a:rPr dirty="0"/>
              <a:t> </a:t>
            </a:r>
            <a:r>
              <a:rPr dirty="0" err="1"/>
              <a:t>변화입니다</a:t>
            </a:r>
            <a:r>
              <a:rPr dirty="0"/>
              <a:t>.</a:t>
            </a:r>
          </a:p>
          <a:p>
            <a:endParaRPr dirty="0"/>
          </a:p>
          <a:p>
            <a:r>
              <a:rPr dirty="0" err="1"/>
              <a:t>히트맵을</a:t>
            </a:r>
            <a:r>
              <a:rPr dirty="0"/>
              <a:t> </a:t>
            </a:r>
            <a:r>
              <a:rPr dirty="0" err="1"/>
              <a:t>보면</a:t>
            </a:r>
            <a:r>
              <a:rPr dirty="0"/>
              <a:t> </a:t>
            </a:r>
            <a:r>
              <a:rPr dirty="0" err="1"/>
              <a:t>전체</a:t>
            </a:r>
            <a:r>
              <a:rPr dirty="0"/>
              <a:t> </a:t>
            </a:r>
            <a:r>
              <a:rPr dirty="0" err="1"/>
              <a:t>인스턴스</a:t>
            </a:r>
            <a:r>
              <a:rPr dirty="0"/>
              <a:t> </a:t>
            </a:r>
            <a:r>
              <a:rPr dirty="0" err="1"/>
              <a:t>수뿐</a:t>
            </a:r>
            <a:r>
              <a:rPr dirty="0"/>
              <a:t> </a:t>
            </a:r>
            <a:r>
              <a:rPr dirty="0" err="1"/>
              <a:t>아니라</a:t>
            </a:r>
            <a:r>
              <a:rPr dirty="0"/>
              <a:t> </a:t>
            </a:r>
            <a:r>
              <a:rPr dirty="0" err="1"/>
              <a:t>스웜</a:t>
            </a:r>
            <a:r>
              <a:rPr dirty="0"/>
              <a:t> </a:t>
            </a:r>
            <a:r>
              <a:rPr dirty="0" err="1"/>
              <a:t>구성에</a:t>
            </a:r>
            <a:r>
              <a:rPr dirty="0"/>
              <a:t> </a:t>
            </a:r>
            <a:r>
              <a:rPr dirty="0" err="1"/>
              <a:t>따라서도</a:t>
            </a:r>
            <a:r>
              <a:rPr dirty="0"/>
              <a:t> </a:t>
            </a:r>
            <a:r>
              <a:rPr dirty="0" err="1"/>
              <a:t>프레임</a:t>
            </a:r>
            <a:r>
              <a:rPr dirty="0"/>
              <a:t> </a:t>
            </a:r>
            <a:r>
              <a:rPr dirty="0" err="1"/>
              <a:t>시간이</a:t>
            </a:r>
            <a:r>
              <a:rPr dirty="0"/>
              <a:t> </a:t>
            </a:r>
            <a:r>
              <a:rPr dirty="0" err="1"/>
              <a:t>크게</a:t>
            </a:r>
            <a:r>
              <a:rPr dirty="0"/>
              <a:t> </a:t>
            </a:r>
            <a:r>
              <a:rPr dirty="0" err="1"/>
              <a:t>달라집니다</a:t>
            </a:r>
            <a:r>
              <a:rPr dirty="0"/>
              <a:t>. </a:t>
            </a:r>
            <a:r>
              <a:rPr dirty="0" err="1"/>
              <a:t>특히</a:t>
            </a:r>
            <a:r>
              <a:rPr dirty="0"/>
              <a:t> </a:t>
            </a:r>
            <a:r>
              <a:rPr dirty="0" err="1"/>
              <a:t>N이</a:t>
            </a:r>
            <a:r>
              <a:rPr dirty="0"/>
              <a:t> 만 </a:t>
            </a:r>
            <a:r>
              <a:rPr dirty="0" err="1"/>
              <a:t>육천</a:t>
            </a:r>
            <a:r>
              <a:rPr dirty="0"/>
              <a:t> </a:t>
            </a:r>
            <a:r>
              <a:rPr dirty="0" err="1"/>
              <a:t>개인</a:t>
            </a:r>
            <a:r>
              <a:rPr dirty="0"/>
              <a:t> </a:t>
            </a:r>
            <a:r>
              <a:rPr dirty="0" err="1"/>
              <a:t>조건에서</a:t>
            </a:r>
            <a:r>
              <a:rPr dirty="0"/>
              <a:t> </a:t>
            </a:r>
            <a:r>
              <a:rPr dirty="0" err="1"/>
              <a:t>L이</a:t>
            </a:r>
            <a:r>
              <a:rPr dirty="0"/>
              <a:t> </a:t>
            </a:r>
            <a:r>
              <a:rPr dirty="0" err="1"/>
              <a:t>감소하면</a:t>
            </a:r>
            <a:r>
              <a:rPr dirty="0"/>
              <a:t> 한 </a:t>
            </a:r>
            <a:r>
              <a:rPr dirty="0" err="1"/>
              <a:t>스웜에</a:t>
            </a:r>
            <a:r>
              <a:rPr dirty="0"/>
              <a:t> </a:t>
            </a:r>
            <a:r>
              <a:rPr dirty="0" err="1"/>
              <a:t>포함되는</a:t>
            </a:r>
            <a:r>
              <a:rPr dirty="0"/>
              <a:t> </a:t>
            </a:r>
            <a:r>
              <a:rPr dirty="0" err="1"/>
              <a:t>병사</a:t>
            </a:r>
            <a:r>
              <a:rPr dirty="0"/>
              <a:t> </a:t>
            </a:r>
            <a:r>
              <a:rPr dirty="0" err="1"/>
              <a:t>수와</a:t>
            </a:r>
            <a:r>
              <a:rPr dirty="0"/>
              <a:t> </a:t>
            </a:r>
            <a:r>
              <a:rPr dirty="0" err="1"/>
              <a:t>내부</a:t>
            </a:r>
            <a:r>
              <a:rPr dirty="0"/>
              <a:t> </a:t>
            </a:r>
            <a:r>
              <a:rPr dirty="0" err="1"/>
              <a:t>상호작용</a:t>
            </a:r>
            <a:r>
              <a:rPr dirty="0"/>
              <a:t> </a:t>
            </a:r>
            <a:r>
              <a:rPr dirty="0" err="1"/>
              <a:t>계산이</a:t>
            </a:r>
            <a:r>
              <a:rPr dirty="0"/>
              <a:t> </a:t>
            </a:r>
            <a:r>
              <a:rPr dirty="0" err="1"/>
              <a:t>크게</a:t>
            </a:r>
            <a:r>
              <a:rPr dirty="0"/>
              <a:t> </a:t>
            </a:r>
            <a:r>
              <a:rPr dirty="0" err="1"/>
              <a:t>증가합니다</a:t>
            </a:r>
            <a:r>
              <a:rPr dirty="0"/>
              <a:t>.</a:t>
            </a:r>
          </a:p>
          <a:p>
            <a:endParaRPr dirty="0"/>
          </a:p>
          <a:p>
            <a:r>
              <a:rPr dirty="0"/>
              <a:t>RMI </a:t>
            </a:r>
            <a:r>
              <a:rPr dirty="0" err="1"/>
              <a:t>통합</a:t>
            </a:r>
            <a:r>
              <a:rPr dirty="0"/>
              <a:t> </a:t>
            </a:r>
            <a:r>
              <a:rPr dirty="0" err="1"/>
              <a:t>제출인</a:t>
            </a:r>
            <a:r>
              <a:rPr dirty="0"/>
              <a:t> E1을 </a:t>
            </a:r>
            <a:r>
              <a:rPr dirty="0" err="1"/>
              <a:t>예로</a:t>
            </a:r>
            <a:r>
              <a:rPr dirty="0"/>
              <a:t> </a:t>
            </a:r>
            <a:r>
              <a:rPr dirty="0" err="1"/>
              <a:t>들면</a:t>
            </a:r>
            <a:r>
              <a:rPr dirty="0"/>
              <a:t>, </a:t>
            </a:r>
            <a:r>
              <a:rPr dirty="0" err="1"/>
              <a:t>N이</a:t>
            </a:r>
            <a:r>
              <a:rPr dirty="0"/>
              <a:t> 만 </a:t>
            </a:r>
            <a:r>
              <a:rPr dirty="0" err="1"/>
              <a:t>육천일</a:t>
            </a:r>
            <a:r>
              <a:rPr dirty="0"/>
              <a:t> 때 </a:t>
            </a:r>
            <a:r>
              <a:rPr dirty="0" err="1"/>
              <a:t>평균</a:t>
            </a:r>
            <a:r>
              <a:rPr dirty="0"/>
              <a:t> </a:t>
            </a:r>
            <a:r>
              <a:rPr dirty="0" err="1"/>
              <a:t>프레임</a:t>
            </a:r>
            <a:r>
              <a:rPr dirty="0"/>
              <a:t> </a:t>
            </a:r>
            <a:r>
              <a:rPr dirty="0" err="1"/>
              <a:t>시간은</a:t>
            </a:r>
            <a:r>
              <a:rPr dirty="0"/>
              <a:t> L=16에서 약 31.7밀리초였습니다. </a:t>
            </a:r>
            <a:r>
              <a:rPr dirty="0" err="1"/>
              <a:t>하지만</a:t>
            </a:r>
            <a:r>
              <a:rPr dirty="0"/>
              <a:t> L=8에서는 약 378밀리초, L=4에서는 약 848밀리초까지 </a:t>
            </a:r>
            <a:r>
              <a:rPr dirty="0" err="1"/>
              <a:t>증가했습니다</a:t>
            </a:r>
            <a:r>
              <a:rPr dirty="0"/>
              <a:t>.</a:t>
            </a:r>
          </a:p>
          <a:p>
            <a:endParaRPr dirty="0"/>
          </a:p>
          <a:p>
            <a:r>
              <a:rPr dirty="0" err="1"/>
              <a:t>N이</a:t>
            </a:r>
            <a:r>
              <a:rPr dirty="0"/>
              <a:t> 만 </a:t>
            </a:r>
            <a:r>
              <a:rPr dirty="0" err="1"/>
              <a:t>육천</a:t>
            </a:r>
            <a:r>
              <a:rPr dirty="0"/>
              <a:t> </a:t>
            </a:r>
            <a:r>
              <a:rPr dirty="0" err="1"/>
              <a:t>개인</a:t>
            </a:r>
            <a:r>
              <a:rPr dirty="0"/>
              <a:t> </a:t>
            </a:r>
            <a:r>
              <a:rPr dirty="0" err="1"/>
              <a:t>조건에서</a:t>
            </a:r>
            <a:r>
              <a:rPr dirty="0"/>
              <a:t> L=8과 L=4는 </a:t>
            </a:r>
            <a:r>
              <a:rPr dirty="0" err="1"/>
              <a:t>공통</a:t>
            </a:r>
            <a:r>
              <a:rPr dirty="0"/>
              <a:t> ECS </a:t>
            </a:r>
            <a:r>
              <a:rPr dirty="0" err="1"/>
              <a:t>시뮬레이션</a:t>
            </a:r>
            <a:r>
              <a:rPr dirty="0"/>
              <a:t> </a:t>
            </a:r>
            <a:r>
              <a:rPr dirty="0" err="1"/>
              <a:t>비용이</a:t>
            </a:r>
            <a:r>
              <a:rPr dirty="0"/>
              <a:t> </a:t>
            </a:r>
            <a:r>
              <a:rPr dirty="0" err="1"/>
              <a:t>전체</a:t>
            </a:r>
            <a:r>
              <a:rPr dirty="0"/>
              <a:t> </a:t>
            </a:r>
            <a:r>
              <a:rPr dirty="0" err="1"/>
              <a:t>프레임을</a:t>
            </a:r>
            <a:r>
              <a:rPr dirty="0"/>
              <a:t> </a:t>
            </a:r>
            <a:r>
              <a:rPr dirty="0" err="1"/>
              <a:t>지배하는</a:t>
            </a:r>
            <a:r>
              <a:rPr dirty="0"/>
              <a:t> Simulation-limited </a:t>
            </a:r>
            <a:r>
              <a:rPr dirty="0" err="1"/>
              <a:t>상태로</a:t>
            </a:r>
            <a:r>
              <a:rPr dirty="0"/>
              <a:t> </a:t>
            </a:r>
            <a:r>
              <a:rPr dirty="0" err="1"/>
              <a:t>분류됩니다</a:t>
            </a:r>
            <a:r>
              <a:rPr dirty="0"/>
              <a:t>. 그 </a:t>
            </a:r>
            <a:r>
              <a:rPr dirty="0" err="1"/>
              <a:t>결과</a:t>
            </a:r>
            <a:r>
              <a:rPr dirty="0"/>
              <a:t> </a:t>
            </a:r>
            <a:r>
              <a:rPr dirty="0" err="1"/>
              <a:t>RMI와</a:t>
            </a:r>
            <a:r>
              <a:rPr dirty="0"/>
              <a:t> BRG </a:t>
            </a:r>
            <a:r>
              <a:rPr dirty="0" err="1"/>
              <a:t>사이에</a:t>
            </a:r>
            <a:r>
              <a:rPr dirty="0"/>
              <a:t> </a:t>
            </a:r>
            <a:r>
              <a:rPr dirty="0" err="1"/>
              <a:t>존재하던</a:t>
            </a:r>
            <a:r>
              <a:rPr dirty="0"/>
              <a:t> </a:t>
            </a:r>
            <a:r>
              <a:rPr dirty="0" err="1"/>
              <a:t>렌더링</a:t>
            </a:r>
            <a:r>
              <a:rPr dirty="0"/>
              <a:t> </a:t>
            </a:r>
            <a:r>
              <a:rPr dirty="0" err="1"/>
              <a:t>경로의</a:t>
            </a:r>
            <a:r>
              <a:rPr dirty="0"/>
              <a:t> </a:t>
            </a:r>
            <a:r>
              <a:rPr dirty="0" err="1"/>
              <a:t>차이도</a:t>
            </a:r>
            <a:r>
              <a:rPr dirty="0"/>
              <a:t> </a:t>
            </a:r>
            <a:r>
              <a:rPr dirty="0" err="1"/>
              <a:t>전체</a:t>
            </a:r>
            <a:r>
              <a:rPr dirty="0"/>
              <a:t> </a:t>
            </a:r>
            <a:r>
              <a:rPr dirty="0" err="1"/>
              <a:t>프레임</a:t>
            </a:r>
            <a:r>
              <a:rPr dirty="0"/>
              <a:t> </a:t>
            </a:r>
            <a:r>
              <a:rPr dirty="0" err="1"/>
              <a:t>시간에</a:t>
            </a:r>
            <a:r>
              <a:rPr dirty="0"/>
              <a:t> </a:t>
            </a:r>
            <a:r>
              <a:rPr dirty="0" err="1"/>
              <a:t>비해</a:t>
            </a:r>
            <a:r>
              <a:rPr dirty="0"/>
              <a:t> </a:t>
            </a:r>
            <a:r>
              <a:rPr dirty="0" err="1"/>
              <a:t>상대적으로</a:t>
            </a:r>
            <a:r>
              <a:rPr dirty="0"/>
              <a:t> </a:t>
            </a:r>
            <a:r>
              <a:rPr dirty="0" err="1"/>
              <a:t>가려졌습니다</a:t>
            </a:r>
            <a:r>
              <a:rPr dirty="0"/>
              <a:t>.</a:t>
            </a:r>
          </a:p>
          <a:p>
            <a:endParaRPr dirty="0"/>
          </a:p>
          <a:p>
            <a:r>
              <a:rPr dirty="0"/>
              <a:t>[</a:t>
            </a:r>
            <a:r>
              <a:rPr dirty="0" err="1"/>
              <a:t>자료</a:t>
            </a:r>
            <a:r>
              <a:rPr dirty="0"/>
              <a:t> </a:t>
            </a:r>
            <a:r>
              <a:rPr dirty="0" err="1"/>
              <a:t>출처</a:t>
            </a:r>
            <a:r>
              <a:rPr dirty="0"/>
              <a:t>]</a:t>
            </a:r>
          </a:p>
          <a:p>
            <a:r>
              <a:rPr dirty="0"/>
              <a:t>F:/Unity Project/Capstone/.capstone/</a:t>
            </a:r>
            <a:r>
              <a:rPr dirty="0" err="1"/>
              <a:t>최종</a:t>
            </a:r>
            <a:r>
              <a:rPr dirty="0"/>
              <a:t> </a:t>
            </a:r>
            <a:r>
              <a:rPr dirty="0" err="1"/>
              <a:t>논문</a:t>
            </a:r>
            <a:r>
              <a:rPr dirty="0"/>
              <a:t> .pdf</a:t>
            </a:r>
          </a:p>
          <a:p>
            <a:r>
              <a:rPr dirty="0"/>
              <a:t>Fig. 5: PDF 10쪽 Im6.jpg </a:t>
            </a:r>
            <a:r>
              <a:rPr dirty="0" err="1"/>
              <a:t>원본</a:t>
            </a:r>
            <a:r>
              <a:rPr dirty="0"/>
              <a:t> </a:t>
            </a:r>
            <a:r>
              <a:rPr dirty="0" err="1"/>
              <a:t>이미지</a:t>
            </a:r>
            <a:r>
              <a:rPr dirty="0"/>
              <a:t>. Fig. 7: PDF 11쪽 Im8.jpg </a:t>
            </a:r>
            <a:r>
              <a:rPr dirty="0" err="1"/>
              <a:t>원본</a:t>
            </a:r>
            <a:r>
              <a:rPr dirty="0"/>
              <a:t> </a:t>
            </a:r>
            <a:r>
              <a:rPr dirty="0" err="1"/>
              <a:t>이미지</a:t>
            </a:r>
            <a:r>
              <a:rPr dirty="0"/>
              <a:t>. PDF </a:t>
            </a:r>
            <a:r>
              <a:rPr dirty="0" err="1"/>
              <a:t>이미지</a:t>
            </a:r>
            <a:r>
              <a:rPr dirty="0"/>
              <a:t> </a:t>
            </a:r>
            <a:r>
              <a:rPr dirty="0" err="1"/>
              <a:t>스트림을</a:t>
            </a:r>
            <a:r>
              <a:rPr dirty="0"/>
              <a:t> </a:t>
            </a:r>
            <a:r>
              <a:rPr dirty="0" err="1"/>
              <a:t>추출해</a:t>
            </a:r>
            <a:r>
              <a:rPr dirty="0"/>
              <a:t> </a:t>
            </a:r>
            <a:r>
              <a:rPr dirty="0" err="1"/>
              <a:t>내용·축·범례·오차막대를</a:t>
            </a:r>
            <a:r>
              <a:rPr dirty="0"/>
              <a:t> </a:t>
            </a:r>
            <a:r>
              <a:rPr dirty="0" err="1"/>
              <a:t>변경하지</a:t>
            </a:r>
            <a:r>
              <a:rPr dirty="0"/>
              <a:t> </a:t>
            </a:r>
            <a:r>
              <a:rPr dirty="0" err="1"/>
              <a:t>않고</a:t>
            </a:r>
            <a:r>
              <a:rPr dirty="0"/>
              <a:t> </a:t>
            </a:r>
            <a:r>
              <a:rPr dirty="0" err="1"/>
              <a:t>삽입</a:t>
            </a:r>
            <a:r>
              <a:rPr dirty="0"/>
              <a:t>.</a:t>
            </a:r>
          </a:p>
          <a:p>
            <a:r>
              <a:rPr dirty="0" err="1"/>
              <a:t>핵심</a:t>
            </a:r>
            <a:r>
              <a:rPr dirty="0"/>
              <a:t> </a:t>
            </a:r>
            <a:r>
              <a:rPr dirty="0" err="1"/>
              <a:t>수치</a:t>
            </a:r>
            <a:r>
              <a:rPr dirty="0"/>
              <a:t>: 20260716 </a:t>
            </a:r>
            <a:r>
              <a:rPr dirty="0" err="1"/>
              <a:t>측정</a:t>
            </a:r>
            <a:r>
              <a:rPr dirty="0"/>
              <a:t> CSV 및 </a:t>
            </a:r>
            <a:r>
              <a:rPr dirty="0" err="1"/>
              <a:t>최종</a:t>
            </a:r>
            <a:r>
              <a:rPr dirty="0"/>
              <a:t> </a:t>
            </a:r>
            <a:r>
              <a:rPr dirty="0" err="1"/>
              <a:t>논문</a:t>
            </a:r>
            <a:r>
              <a:rPr dirty="0"/>
              <a:t> Table 4~6.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앞의 결과는 특정 렌더링 경로가 모든 상황에서 항상 더 우수하다는 의미는 아닙니다. 조건에 따라 적절한 판단이 달라집니다.</a:t>
            </a:r>
          </a:p>
          <a:p>
            <a:endParaRPr/>
          </a:p>
          <a:p>
            <a:r>
              <a:t>먼저 이번 실험과 같은 렌더링 제한 조건에서는 RMI를 성능 중심의 우선 후보로 고려할 수 있습니다.</a:t>
            </a:r>
          </a:p>
          <a:p>
            <a:endParaRPr/>
          </a:p>
          <a:p>
            <a:r>
              <a:t>또한 제출 단위를 나누더라도 실제 처리해야 하는 작업량이 줄어들지 않는다면 분할 자체의 효과는 제한적이므로, 이러한 조건에서는 통합 제출을 기본 구조로 둘 수 있습니다.</a:t>
            </a:r>
          </a:p>
          <a:p>
            <a:endParaRPr/>
          </a:p>
          <a:p>
            <a:r>
              <a:t>반대로 상호작용 연산을 포함한 시뮬레이션 비용이 전체 프레임을 지배한다면, 렌더링 경로보다 상태 갱신과 탐색 구조를 먼저 최적화하는 것이 중요합니다.</a:t>
            </a:r>
          </a:p>
          <a:p>
            <a:endParaRPr/>
          </a:p>
          <a:p>
            <a:r>
              <a:t>따라서 이번 연구의 결론은 특정 API의 순위를 정하는 것이 아니라, 렌더링 경로와 제출 구조의 성능 효과가 장면의 병목 조건에 따라 달라진다는 것입니다.</a:t>
            </a:r>
          </a:p>
          <a:p>
            <a:endParaRPr/>
          </a:p>
          <a:p>
            <a:r>
              <a:t>이번 결과는 모든 인스턴스를 갱신하고 가시화하며 동일한 렌더링 자원을 사용한 통제 환경을 기준으로 합니다.</a:t>
            </a:r>
          </a:p>
          <a:p>
            <a:endParaRPr/>
          </a:p>
          <a:p>
            <a:r>
              <a:t>보다 자세한 실험 조건과 측정 결과, 분석 내용은 이어지는 마지막 화면의 QR 코드를 통해 게재 논문에서 확인하실 수 있습니다.</a:t>
            </a:r>
          </a:p>
          <a:p>
            <a:endParaRPr/>
          </a:p>
          <a:p>
            <a:r>
              <a:t>이상으로 프로젝트 소개를 마치겠습니다. 감사합니다.</a:t>
            </a:r>
          </a:p>
          <a:p>
            <a:endParaRPr/>
          </a:p>
          <a:p>
            <a:r>
              <a:t>[자료 출처]</a:t>
            </a:r>
          </a:p>
          <a:p>
            <a:r>
              <a:t>최종 논문 5장 및 제공 블루프린트. 적용 범위를 전체 가시·전체 갱신·동일 렌더링 자원 조건으로 유지.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[자료 출처]</a:t>
            </a:r>
          </a:p>
          <a:p>
            <a:r>
              <a:t>F:/Unity Project/Capstone/.capstone/최종 논문 .pdf</a:t>
            </a:r>
          </a:p>
          <a:p>
            <a:r>
              <a:t>첫 페이지 제목·초록 발췌.</a:t>
            </a:r>
          </a:p>
          <a:p>
            <a:r>
              <a:t>논문 링크: https://kci.go.kr/kciportal/ci/sereArticleSearch/ciSereArtiView.kci?sereArticleSearchBean.artiId=ART003380515</a:t>
            </a:r>
          </a:p>
          <a:p>
            <a:r>
              <a:t>서지정보: 제공 PPT 블루프린트 v7.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5DB994-ED2C-306B-77C0-3A259CBD4289}"/>
              </a:ext>
            </a:extLst>
          </p:cNvPr>
          <p:cNvSpPr>
            <a:spLocks noGrp="1"/>
          </p:cNvSpPr>
          <p:nvPr>
            <p:ph type="ctrTitle"/>
          </p:nvPr>
        </p:nvSpPr>
        <p:spPr>
          <a:xfrm>
            <a:off x="1524000" y="1122363"/>
            <a:ext cx="9144000" cy="2387600"/>
          </a:xfrm>
        </p:spPr>
        <p:txBody>
          <a:bodyPr anchor="b"/>
          <a:lstStyle>
            <a:lvl1pPr algn="ctr">
              <a:buNone/>
              <a:defRPr sz="6000"/>
            </a:lvl1pPr>
          </a:lstStyle>
          <a:p>
            <a:r>
              <a:t>마스터 제목 스타일 편집</a:t>
            </a:r>
          </a:p>
        </p:txBody>
      </p:sp>
      <p:sp>
        <p:nvSpPr>
          <p:cNvPr id="3" name="부제목 2">
            <a:extLst>
              <a:ext uri="{FF2B5EF4-FFF2-40B4-BE49-F238E27FC236}">
                <a16:creationId xmlns:a16="http://schemas.microsoft.com/office/drawing/2014/main" id="{8D460C55-6F86-DF4C-FD09-6CB0FDED3A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클릭하여 마스터 부제목 스타일 편집</a:t>
            </a:r>
          </a:p>
        </p:txBody>
      </p:sp>
      <p:sp>
        <p:nvSpPr>
          <p:cNvPr id="4" name="날짜 개체 틀 3">
            <a:extLst>
              <a:ext uri="{FF2B5EF4-FFF2-40B4-BE49-F238E27FC236}">
                <a16:creationId xmlns:a16="http://schemas.microsoft.com/office/drawing/2014/main" id="{266C439C-1196-4F87-B31F-4035238007AF}"/>
              </a:ext>
            </a:extLst>
          </p:cNvPr>
          <p:cNvSpPr>
            <a:spLocks noGrp="1"/>
          </p:cNvSpPr>
          <p:nvPr>
            <p:ph type="dt" idx="10"/>
          </p:nvPr>
        </p:nvSpPr>
        <p:spPr/>
        <p:txBody>
          <a:bodyPr/>
          <a:lstStyle/>
          <a:p>
            <a:fld id="{82B9AEC8-204B-4AD5-8041-BCAF36A74EBE}" type="datetime1">
              <a:t>2026-09-17</a:t>
            </a:fld>
            <a:endParaRPr/>
          </a:p>
        </p:txBody>
      </p:sp>
      <p:sp>
        <p:nvSpPr>
          <p:cNvPr id="5" name="바닥글 개체 틀 4">
            <a:extLst>
              <a:ext uri="{FF2B5EF4-FFF2-40B4-BE49-F238E27FC236}">
                <a16:creationId xmlns:a16="http://schemas.microsoft.com/office/drawing/2014/main" id="{56E61779-A659-2B67-7C3C-F0253A68B891}"/>
              </a:ext>
            </a:extLst>
          </p:cNvPr>
          <p:cNvSpPr>
            <a:spLocks noGrp="1"/>
          </p:cNvSpPr>
          <p:nvPr>
            <p:ph type="ftr" idx="11"/>
          </p:nvPr>
        </p:nvSpPr>
        <p:spPr/>
        <p:txBody>
          <a:bodyPr/>
          <a:lstStyle/>
          <a:p>
            <a:r>
              <a:t>Sample Footer Text</a:t>
            </a:r>
          </a:p>
        </p:txBody>
      </p:sp>
      <p:sp>
        <p:nvSpPr>
          <p:cNvPr id="6" name="슬라이드 번호 개체 틀 5">
            <a:extLst>
              <a:ext uri="{FF2B5EF4-FFF2-40B4-BE49-F238E27FC236}">
                <a16:creationId xmlns:a16="http://schemas.microsoft.com/office/drawing/2014/main" id="{25F489C7-CEE7-A022-121B-7C7F6311ED48}"/>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65F73F6-3464-B45F-C924-F0EF13CE1CE2}"/>
              </a:ext>
            </a:extLst>
          </p:cNvPr>
          <p:cNvSpPr>
            <a:spLocks noGrp="1"/>
          </p:cNvSpPr>
          <p:nvPr>
            <p:ph type="title"/>
          </p:nvPr>
        </p:nvSpPr>
        <p:spPr/>
        <p:txBody>
          <a:bodyPr/>
          <a:lstStyle/>
          <a:p>
            <a:r>
              <a:t>마스터 제목 스타일 편집</a:t>
            </a:r>
          </a:p>
        </p:txBody>
      </p:sp>
      <p:sp>
        <p:nvSpPr>
          <p:cNvPr id="3" name="내용 개체 틀 2">
            <a:extLst>
              <a:ext uri="{FF2B5EF4-FFF2-40B4-BE49-F238E27FC236}">
                <a16:creationId xmlns:a16="http://schemas.microsoft.com/office/drawing/2014/main" id="{9B078B82-F481-315E-9E26-5843E1A005AB}"/>
              </a:ext>
            </a:extLst>
          </p:cNvPr>
          <p:cNvSpPr>
            <a:spLocks noGrp="1"/>
          </p:cNvSpPr>
          <p:nvPr>
            <p:ph idx="1"/>
          </p:nvPr>
        </p:nvSpPr>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날짜 개체 틀 3">
            <a:extLst>
              <a:ext uri="{FF2B5EF4-FFF2-40B4-BE49-F238E27FC236}">
                <a16:creationId xmlns:a16="http://schemas.microsoft.com/office/drawing/2014/main" id="{168BA0D1-3C28-AE96-B8A9-238AC16D804D}"/>
              </a:ext>
            </a:extLst>
          </p:cNvPr>
          <p:cNvSpPr>
            <a:spLocks noGrp="1"/>
          </p:cNvSpPr>
          <p:nvPr>
            <p:ph type="dt" idx="10"/>
          </p:nvPr>
        </p:nvSpPr>
        <p:spPr/>
        <p:txBody>
          <a:bodyPr/>
          <a:lstStyle/>
          <a:p>
            <a:fld id="{82B9AEC8-204B-4AD5-8041-BCAF36A74EBE}" type="datetime1">
              <a:t>2026-09-17</a:t>
            </a:fld>
            <a:endParaRPr/>
          </a:p>
        </p:txBody>
      </p:sp>
      <p:sp>
        <p:nvSpPr>
          <p:cNvPr id="5" name="바닥글 개체 틀 4">
            <a:extLst>
              <a:ext uri="{FF2B5EF4-FFF2-40B4-BE49-F238E27FC236}">
                <a16:creationId xmlns:a16="http://schemas.microsoft.com/office/drawing/2014/main" id="{1C2AD875-751D-995F-713A-3BF2FEB7CEEB}"/>
              </a:ext>
            </a:extLst>
          </p:cNvPr>
          <p:cNvSpPr>
            <a:spLocks noGrp="1"/>
          </p:cNvSpPr>
          <p:nvPr>
            <p:ph type="ftr" idx="11"/>
          </p:nvPr>
        </p:nvSpPr>
        <p:spPr/>
        <p:txBody>
          <a:bodyPr/>
          <a:lstStyle/>
          <a:p>
            <a:r>
              <a:t>Sample Footer Text</a:t>
            </a:r>
          </a:p>
        </p:txBody>
      </p:sp>
      <p:sp>
        <p:nvSpPr>
          <p:cNvPr id="6" name="슬라이드 번호 개체 틀 5">
            <a:extLst>
              <a:ext uri="{FF2B5EF4-FFF2-40B4-BE49-F238E27FC236}">
                <a16:creationId xmlns:a16="http://schemas.microsoft.com/office/drawing/2014/main" id="{4ABBE410-0622-E086-7D8E-E756018D613B}"/>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59C20B-3283-9EB7-D789-7754B42BC0FE}"/>
              </a:ext>
            </a:extLst>
          </p:cNvPr>
          <p:cNvSpPr>
            <a:spLocks noGrp="1"/>
          </p:cNvSpPr>
          <p:nvPr>
            <p:ph type="title"/>
          </p:nvPr>
        </p:nvSpPr>
        <p:spPr>
          <a:xfrm>
            <a:off x="831850" y="1709738"/>
            <a:ext cx="10515600" cy="2852737"/>
          </a:xfrm>
        </p:spPr>
        <p:txBody>
          <a:bodyPr anchor="b"/>
          <a:lstStyle>
            <a:lvl1pPr>
              <a:buNone/>
              <a:defRPr sz="6000"/>
            </a:lvl1pPr>
          </a:lstStyle>
          <a:p>
            <a:r>
              <a:t>마스터 제목 스타일 편집</a:t>
            </a:r>
          </a:p>
        </p:txBody>
      </p:sp>
      <p:sp>
        <p:nvSpPr>
          <p:cNvPr id="3" name="텍스트 개체 틀 2">
            <a:extLst>
              <a:ext uri="{FF2B5EF4-FFF2-40B4-BE49-F238E27FC236}">
                <a16:creationId xmlns:a16="http://schemas.microsoft.com/office/drawing/2014/main" id="{C53C14C0-A507-4E8F-1785-A4E15C3B12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마스터 텍스트 스타일을 편집하려면 클릭</a:t>
            </a:r>
          </a:p>
        </p:txBody>
      </p:sp>
      <p:sp>
        <p:nvSpPr>
          <p:cNvPr id="4" name="날짜 개체 틀 3">
            <a:extLst>
              <a:ext uri="{FF2B5EF4-FFF2-40B4-BE49-F238E27FC236}">
                <a16:creationId xmlns:a16="http://schemas.microsoft.com/office/drawing/2014/main" id="{463625BC-7863-EEEB-DE1F-B010F3742DE0}"/>
              </a:ext>
            </a:extLst>
          </p:cNvPr>
          <p:cNvSpPr>
            <a:spLocks noGrp="1"/>
          </p:cNvSpPr>
          <p:nvPr>
            <p:ph type="dt" idx="10"/>
          </p:nvPr>
        </p:nvSpPr>
        <p:spPr/>
        <p:txBody>
          <a:bodyPr/>
          <a:lstStyle/>
          <a:p>
            <a:fld id="{82B9AEC8-204B-4AD5-8041-BCAF36A74EBE}" type="datetime1">
              <a:t>2026-09-17</a:t>
            </a:fld>
            <a:endParaRPr/>
          </a:p>
        </p:txBody>
      </p:sp>
      <p:sp>
        <p:nvSpPr>
          <p:cNvPr id="5" name="바닥글 개체 틀 4">
            <a:extLst>
              <a:ext uri="{FF2B5EF4-FFF2-40B4-BE49-F238E27FC236}">
                <a16:creationId xmlns:a16="http://schemas.microsoft.com/office/drawing/2014/main" id="{F2163F3F-D228-2CBA-6142-8A27BC94CE21}"/>
              </a:ext>
            </a:extLst>
          </p:cNvPr>
          <p:cNvSpPr>
            <a:spLocks noGrp="1"/>
          </p:cNvSpPr>
          <p:nvPr>
            <p:ph type="ftr" idx="11"/>
          </p:nvPr>
        </p:nvSpPr>
        <p:spPr/>
        <p:txBody>
          <a:bodyPr/>
          <a:lstStyle/>
          <a:p>
            <a:r>
              <a:t>Sample Footer Text</a:t>
            </a:r>
          </a:p>
        </p:txBody>
      </p:sp>
      <p:sp>
        <p:nvSpPr>
          <p:cNvPr id="6" name="슬라이드 번호 개체 틀 5">
            <a:extLst>
              <a:ext uri="{FF2B5EF4-FFF2-40B4-BE49-F238E27FC236}">
                <a16:creationId xmlns:a16="http://schemas.microsoft.com/office/drawing/2014/main" id="{DB5DA8DA-EFA1-E10C-5C88-80848EAA1769}"/>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99C7429-6B59-D765-89F1-5859AB4500FB}"/>
              </a:ext>
            </a:extLst>
          </p:cNvPr>
          <p:cNvSpPr>
            <a:spLocks noGrp="1"/>
          </p:cNvSpPr>
          <p:nvPr>
            <p:ph type="title"/>
          </p:nvPr>
        </p:nvSpPr>
        <p:spPr/>
        <p:txBody>
          <a:bodyPr/>
          <a:lstStyle/>
          <a:p>
            <a:r>
              <a:t>마스터 제목 스타일 편집</a:t>
            </a:r>
          </a:p>
        </p:txBody>
      </p:sp>
      <p:sp>
        <p:nvSpPr>
          <p:cNvPr id="3" name="내용 개체 틀 2">
            <a:extLst>
              <a:ext uri="{FF2B5EF4-FFF2-40B4-BE49-F238E27FC236}">
                <a16:creationId xmlns:a16="http://schemas.microsoft.com/office/drawing/2014/main" id="{3428A274-8FC4-1BD9-2872-C8C6522D77A8}"/>
              </a:ext>
            </a:extLst>
          </p:cNvPr>
          <p:cNvSpPr>
            <a:spLocks noGrp="1"/>
          </p:cNvSpPr>
          <p:nvPr>
            <p:ph idx="1"/>
          </p:nvPr>
        </p:nvSpPr>
        <p:spPr>
          <a:xfrm>
            <a:off x="838200" y="1825625"/>
            <a:ext cx="5181600" cy="4351338"/>
          </a:xfrm>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내용 개체 틀 3">
            <a:extLst>
              <a:ext uri="{FF2B5EF4-FFF2-40B4-BE49-F238E27FC236}">
                <a16:creationId xmlns:a16="http://schemas.microsoft.com/office/drawing/2014/main" id="{A8D51D09-5FC7-9C00-429E-3483207DD4E3}"/>
              </a:ext>
            </a:extLst>
          </p:cNvPr>
          <p:cNvSpPr>
            <a:spLocks noGrp="1"/>
          </p:cNvSpPr>
          <p:nvPr>
            <p:ph idx="2"/>
          </p:nvPr>
        </p:nvSpPr>
        <p:spPr>
          <a:xfrm>
            <a:off x="6172200" y="1825625"/>
            <a:ext cx="5181600" cy="4351338"/>
          </a:xfrm>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5" name="날짜 개체 틀 4">
            <a:extLst>
              <a:ext uri="{FF2B5EF4-FFF2-40B4-BE49-F238E27FC236}">
                <a16:creationId xmlns:a16="http://schemas.microsoft.com/office/drawing/2014/main" id="{7434799E-E7A0-99E3-3D54-9A95D30A2DC6}"/>
              </a:ext>
            </a:extLst>
          </p:cNvPr>
          <p:cNvSpPr>
            <a:spLocks noGrp="1"/>
          </p:cNvSpPr>
          <p:nvPr>
            <p:ph type="dt" idx="10"/>
          </p:nvPr>
        </p:nvSpPr>
        <p:spPr/>
        <p:txBody>
          <a:bodyPr/>
          <a:lstStyle/>
          <a:p>
            <a:fld id="{B3C0EDEC-0890-4E6D-9DE0-ECAF543851A7}" type="datetime1">
              <a:t>2026-09-17</a:t>
            </a:fld>
            <a:endParaRPr/>
          </a:p>
        </p:txBody>
      </p:sp>
      <p:sp>
        <p:nvSpPr>
          <p:cNvPr id="6" name="바닥글 개체 틀 5">
            <a:extLst>
              <a:ext uri="{FF2B5EF4-FFF2-40B4-BE49-F238E27FC236}">
                <a16:creationId xmlns:a16="http://schemas.microsoft.com/office/drawing/2014/main" id="{1D85DE0E-E37B-430B-F45C-3981BBF80D67}"/>
              </a:ext>
            </a:extLst>
          </p:cNvPr>
          <p:cNvSpPr>
            <a:spLocks noGrp="1"/>
          </p:cNvSpPr>
          <p:nvPr>
            <p:ph type="ftr" idx="11"/>
          </p:nvPr>
        </p:nvSpPr>
        <p:spPr/>
        <p:txBody>
          <a:bodyPr/>
          <a:lstStyle/>
          <a:p>
            <a:r>
              <a:t>Sample Footer Text</a:t>
            </a:r>
          </a:p>
        </p:txBody>
      </p:sp>
      <p:sp>
        <p:nvSpPr>
          <p:cNvPr id="7" name="슬라이드 번호 개체 틀 6">
            <a:extLst>
              <a:ext uri="{FF2B5EF4-FFF2-40B4-BE49-F238E27FC236}">
                <a16:creationId xmlns:a16="http://schemas.microsoft.com/office/drawing/2014/main" id="{A3968CDB-6F75-E618-9DC3-6A58BC53D652}"/>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966A5C-95E7-B2F2-2527-2E67D3878826}"/>
              </a:ext>
            </a:extLst>
          </p:cNvPr>
          <p:cNvSpPr>
            <a:spLocks noGrp="1"/>
          </p:cNvSpPr>
          <p:nvPr>
            <p:ph type="title"/>
          </p:nvPr>
        </p:nvSpPr>
        <p:spPr>
          <a:xfrm>
            <a:off x="839788" y="365125"/>
            <a:ext cx="10515600" cy="1325563"/>
          </a:xfrm>
        </p:spPr>
        <p:txBody>
          <a:bodyPr/>
          <a:lstStyle/>
          <a:p>
            <a:r>
              <a:t>마스터 제목 스타일 편집</a:t>
            </a:r>
          </a:p>
        </p:txBody>
      </p:sp>
      <p:sp>
        <p:nvSpPr>
          <p:cNvPr id="3" name="텍스트 개체 틀 2">
            <a:extLst>
              <a:ext uri="{FF2B5EF4-FFF2-40B4-BE49-F238E27FC236}">
                <a16:creationId xmlns:a16="http://schemas.microsoft.com/office/drawing/2014/main" id="{D50678BC-DA65-CF29-5C2D-1DC982046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마스터 텍스트 스타일을 편집하려면 클릭</a:t>
            </a:r>
          </a:p>
        </p:txBody>
      </p:sp>
      <p:sp>
        <p:nvSpPr>
          <p:cNvPr id="4" name="내용 개체 틀 3">
            <a:extLst>
              <a:ext uri="{FF2B5EF4-FFF2-40B4-BE49-F238E27FC236}">
                <a16:creationId xmlns:a16="http://schemas.microsoft.com/office/drawing/2014/main" id="{BA94EBD4-4319-FD09-B884-872CC09870B4}"/>
              </a:ext>
            </a:extLst>
          </p:cNvPr>
          <p:cNvSpPr>
            <a:spLocks noGrp="1"/>
          </p:cNvSpPr>
          <p:nvPr>
            <p:ph idx="2"/>
          </p:nvPr>
        </p:nvSpPr>
        <p:spPr>
          <a:xfrm>
            <a:off x="839788" y="2505075"/>
            <a:ext cx="5157787" cy="3684588"/>
          </a:xfrm>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5" name="텍스트 개체 틀 4">
            <a:extLst>
              <a:ext uri="{FF2B5EF4-FFF2-40B4-BE49-F238E27FC236}">
                <a16:creationId xmlns:a16="http://schemas.microsoft.com/office/drawing/2014/main" id="{26406910-A57F-0BC8-4629-EBFD84B1EAF0}"/>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마스터 텍스트 스타일을 편집하려면 클릭</a:t>
            </a:r>
          </a:p>
        </p:txBody>
      </p:sp>
      <p:sp>
        <p:nvSpPr>
          <p:cNvPr id="6" name="내용 개체 틀 5">
            <a:extLst>
              <a:ext uri="{FF2B5EF4-FFF2-40B4-BE49-F238E27FC236}">
                <a16:creationId xmlns:a16="http://schemas.microsoft.com/office/drawing/2014/main" id="{A265062B-C067-B7D1-BDBA-E244F9C7043A}"/>
              </a:ext>
            </a:extLst>
          </p:cNvPr>
          <p:cNvSpPr>
            <a:spLocks noGrp="1"/>
          </p:cNvSpPr>
          <p:nvPr>
            <p:ph idx="4"/>
          </p:nvPr>
        </p:nvSpPr>
        <p:spPr>
          <a:xfrm>
            <a:off x="6172200" y="2505075"/>
            <a:ext cx="5183188" cy="3684588"/>
          </a:xfrm>
        </p:spPr>
        <p:txBody>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7" name="날짜 개체 틀 6">
            <a:extLst>
              <a:ext uri="{FF2B5EF4-FFF2-40B4-BE49-F238E27FC236}">
                <a16:creationId xmlns:a16="http://schemas.microsoft.com/office/drawing/2014/main" id="{FD0E212D-2914-CFDD-7686-F48C1E416E50}"/>
              </a:ext>
            </a:extLst>
          </p:cNvPr>
          <p:cNvSpPr>
            <a:spLocks noGrp="1"/>
          </p:cNvSpPr>
          <p:nvPr>
            <p:ph type="dt" idx="10"/>
          </p:nvPr>
        </p:nvSpPr>
        <p:spPr/>
        <p:txBody>
          <a:bodyPr/>
          <a:lstStyle/>
          <a:p>
            <a:fld id="{2DD88318-BA47-4AD0-805B-25EB53D81BBB}" type="datetime1">
              <a:t>2026-09-17</a:t>
            </a:fld>
            <a:endParaRPr/>
          </a:p>
        </p:txBody>
      </p:sp>
      <p:sp>
        <p:nvSpPr>
          <p:cNvPr id="8" name="바닥글 개체 틀 7">
            <a:extLst>
              <a:ext uri="{FF2B5EF4-FFF2-40B4-BE49-F238E27FC236}">
                <a16:creationId xmlns:a16="http://schemas.microsoft.com/office/drawing/2014/main" id="{B8197A26-E49B-D410-B703-055E7F8CEACB}"/>
              </a:ext>
            </a:extLst>
          </p:cNvPr>
          <p:cNvSpPr>
            <a:spLocks noGrp="1"/>
          </p:cNvSpPr>
          <p:nvPr>
            <p:ph type="ftr" idx="11"/>
          </p:nvPr>
        </p:nvSpPr>
        <p:spPr/>
        <p:txBody>
          <a:bodyPr/>
          <a:lstStyle/>
          <a:p>
            <a:r>
              <a:t>Sample Footer Text</a:t>
            </a:r>
          </a:p>
        </p:txBody>
      </p:sp>
      <p:sp>
        <p:nvSpPr>
          <p:cNvPr id="9" name="슬라이드 번호 개체 틀 8">
            <a:extLst>
              <a:ext uri="{FF2B5EF4-FFF2-40B4-BE49-F238E27FC236}">
                <a16:creationId xmlns:a16="http://schemas.microsoft.com/office/drawing/2014/main" id="{69F97EA0-4090-44E5-9248-7696404D9340}"/>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A61BF1-7E6B-9A18-5CDA-89AD52206C2C}"/>
              </a:ext>
            </a:extLst>
          </p:cNvPr>
          <p:cNvSpPr>
            <a:spLocks noGrp="1"/>
          </p:cNvSpPr>
          <p:nvPr>
            <p:ph type="title"/>
          </p:nvPr>
        </p:nvSpPr>
        <p:spPr/>
        <p:txBody>
          <a:bodyPr/>
          <a:lstStyle/>
          <a:p>
            <a:r>
              <a:t>마스터 제목 스타일 편집</a:t>
            </a:r>
          </a:p>
        </p:txBody>
      </p:sp>
      <p:sp>
        <p:nvSpPr>
          <p:cNvPr id="3" name="날짜 개체 틀 2">
            <a:extLst>
              <a:ext uri="{FF2B5EF4-FFF2-40B4-BE49-F238E27FC236}">
                <a16:creationId xmlns:a16="http://schemas.microsoft.com/office/drawing/2014/main" id="{9BD6E815-6B0B-B64C-C7CD-83DE899B640F}"/>
              </a:ext>
            </a:extLst>
          </p:cNvPr>
          <p:cNvSpPr>
            <a:spLocks noGrp="1"/>
          </p:cNvSpPr>
          <p:nvPr>
            <p:ph type="dt" idx="10"/>
          </p:nvPr>
        </p:nvSpPr>
        <p:spPr/>
        <p:txBody>
          <a:bodyPr/>
          <a:lstStyle/>
          <a:p>
            <a:fld id="{30AD3F20-2AB6-4A04-8E99-A7FB006776B6}" type="datetime1">
              <a:t>2026-09-17</a:t>
            </a:fld>
            <a:endParaRPr/>
          </a:p>
        </p:txBody>
      </p:sp>
      <p:sp>
        <p:nvSpPr>
          <p:cNvPr id="4" name="바닥글 개체 틀 3">
            <a:extLst>
              <a:ext uri="{FF2B5EF4-FFF2-40B4-BE49-F238E27FC236}">
                <a16:creationId xmlns:a16="http://schemas.microsoft.com/office/drawing/2014/main" id="{2D6BA343-3BEE-36B3-8B27-8606B689314D}"/>
              </a:ext>
            </a:extLst>
          </p:cNvPr>
          <p:cNvSpPr>
            <a:spLocks noGrp="1"/>
          </p:cNvSpPr>
          <p:nvPr>
            <p:ph type="ftr" idx="11"/>
          </p:nvPr>
        </p:nvSpPr>
        <p:spPr/>
        <p:txBody>
          <a:bodyPr/>
          <a:lstStyle/>
          <a:p>
            <a:r>
              <a:t>Sample Footer Text</a:t>
            </a:r>
          </a:p>
        </p:txBody>
      </p:sp>
      <p:sp>
        <p:nvSpPr>
          <p:cNvPr id="5" name="슬라이드 번호 개체 틀 4">
            <a:extLst>
              <a:ext uri="{FF2B5EF4-FFF2-40B4-BE49-F238E27FC236}">
                <a16:creationId xmlns:a16="http://schemas.microsoft.com/office/drawing/2014/main" id="{5448913C-23BB-020C-DD14-4827EAFA3E88}"/>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B5246B56-9B22-2AA0-96BF-8DF19BC38916}"/>
              </a:ext>
            </a:extLst>
          </p:cNvPr>
          <p:cNvSpPr>
            <a:spLocks noGrp="1"/>
          </p:cNvSpPr>
          <p:nvPr>
            <p:ph type="dt" idx="10"/>
          </p:nvPr>
        </p:nvSpPr>
        <p:spPr/>
        <p:txBody>
          <a:bodyPr/>
          <a:lstStyle/>
          <a:p>
            <a:fld id="{82B9AEC8-204B-4AD5-8041-BCAF36A74EBE}" type="datetime1">
              <a:t>2026-09-17</a:t>
            </a:fld>
            <a:endParaRPr/>
          </a:p>
        </p:txBody>
      </p:sp>
      <p:sp>
        <p:nvSpPr>
          <p:cNvPr id="3" name="바닥글 개체 틀 2">
            <a:extLst>
              <a:ext uri="{FF2B5EF4-FFF2-40B4-BE49-F238E27FC236}">
                <a16:creationId xmlns:a16="http://schemas.microsoft.com/office/drawing/2014/main" id="{90CAF145-47F3-3E0B-1D62-5C5B838FCF33}"/>
              </a:ext>
            </a:extLst>
          </p:cNvPr>
          <p:cNvSpPr>
            <a:spLocks noGrp="1"/>
          </p:cNvSpPr>
          <p:nvPr>
            <p:ph type="ftr" idx="11"/>
          </p:nvPr>
        </p:nvSpPr>
        <p:spPr/>
        <p:txBody>
          <a:bodyPr/>
          <a:lstStyle/>
          <a:p>
            <a:r>
              <a:t>Sample Footer Text</a:t>
            </a:r>
          </a:p>
        </p:txBody>
      </p:sp>
      <p:sp>
        <p:nvSpPr>
          <p:cNvPr id="4" name="슬라이드 번호 개체 틀 3">
            <a:extLst>
              <a:ext uri="{FF2B5EF4-FFF2-40B4-BE49-F238E27FC236}">
                <a16:creationId xmlns:a16="http://schemas.microsoft.com/office/drawing/2014/main" id="{1B4CC94C-A2EF-BDEB-297C-25060112C1C9}"/>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260C765-4A87-020A-48A4-ECAA87247612}"/>
              </a:ext>
            </a:extLst>
          </p:cNvPr>
          <p:cNvSpPr>
            <a:spLocks noGrp="1"/>
          </p:cNvSpPr>
          <p:nvPr>
            <p:ph type="title"/>
          </p:nvPr>
        </p:nvSpPr>
        <p:spPr>
          <a:xfrm>
            <a:off x="839788" y="457200"/>
            <a:ext cx="3932237" cy="1600200"/>
          </a:xfrm>
        </p:spPr>
        <p:txBody>
          <a:bodyPr anchor="b"/>
          <a:lstStyle>
            <a:lvl1pPr>
              <a:buNone/>
              <a:defRPr sz="3200"/>
            </a:lvl1pPr>
          </a:lstStyle>
          <a:p>
            <a:r>
              <a:t>마스터 제목 스타일 편집</a:t>
            </a:r>
          </a:p>
        </p:txBody>
      </p:sp>
      <p:sp>
        <p:nvSpPr>
          <p:cNvPr id="3" name="내용 개체 틀 2">
            <a:extLst>
              <a:ext uri="{FF2B5EF4-FFF2-40B4-BE49-F238E27FC236}">
                <a16:creationId xmlns:a16="http://schemas.microsoft.com/office/drawing/2014/main" id="{5DF3AFC8-4EAA-55E0-3E12-536543F24AE7}"/>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텍스트 개체 틀 3">
            <a:extLst>
              <a:ext uri="{FF2B5EF4-FFF2-40B4-BE49-F238E27FC236}">
                <a16:creationId xmlns:a16="http://schemas.microsoft.com/office/drawing/2014/main" id="{5753020B-806B-A394-ECF3-88E00A7171F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마스터 텍스트 스타일을 편집하려면 클릭</a:t>
            </a:r>
          </a:p>
        </p:txBody>
      </p:sp>
      <p:sp>
        <p:nvSpPr>
          <p:cNvPr id="5" name="날짜 개체 틀 4">
            <a:extLst>
              <a:ext uri="{FF2B5EF4-FFF2-40B4-BE49-F238E27FC236}">
                <a16:creationId xmlns:a16="http://schemas.microsoft.com/office/drawing/2014/main" id="{FC797CEB-EDA8-6B76-93BF-4DCC448AF86F}"/>
              </a:ext>
            </a:extLst>
          </p:cNvPr>
          <p:cNvSpPr>
            <a:spLocks noGrp="1"/>
          </p:cNvSpPr>
          <p:nvPr>
            <p:ph type="dt" idx="10"/>
          </p:nvPr>
        </p:nvSpPr>
        <p:spPr/>
        <p:txBody>
          <a:bodyPr/>
          <a:lstStyle/>
          <a:p>
            <a:fld id="{82B9AEC8-204B-4AD5-8041-BCAF36A74EBE}" type="datetime1">
              <a:t>2026-09-17</a:t>
            </a:fld>
            <a:endParaRPr/>
          </a:p>
        </p:txBody>
      </p:sp>
      <p:sp>
        <p:nvSpPr>
          <p:cNvPr id="6" name="바닥글 개체 틀 5">
            <a:extLst>
              <a:ext uri="{FF2B5EF4-FFF2-40B4-BE49-F238E27FC236}">
                <a16:creationId xmlns:a16="http://schemas.microsoft.com/office/drawing/2014/main" id="{5BB4B547-A322-B673-0BEC-AC482A151571}"/>
              </a:ext>
            </a:extLst>
          </p:cNvPr>
          <p:cNvSpPr>
            <a:spLocks noGrp="1"/>
          </p:cNvSpPr>
          <p:nvPr>
            <p:ph type="ftr" idx="11"/>
          </p:nvPr>
        </p:nvSpPr>
        <p:spPr/>
        <p:txBody>
          <a:bodyPr/>
          <a:lstStyle/>
          <a:p>
            <a:r>
              <a:t>Sample Footer Text</a:t>
            </a:r>
          </a:p>
        </p:txBody>
      </p:sp>
      <p:sp>
        <p:nvSpPr>
          <p:cNvPr id="7" name="슬라이드 번호 개체 틀 6">
            <a:extLst>
              <a:ext uri="{FF2B5EF4-FFF2-40B4-BE49-F238E27FC236}">
                <a16:creationId xmlns:a16="http://schemas.microsoft.com/office/drawing/2014/main" id="{80591120-3C5C-027D-30D2-B594F6ED50CA}"/>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038379-7EED-06CB-C26C-A1DCDB98488F}"/>
              </a:ext>
            </a:extLst>
          </p:cNvPr>
          <p:cNvSpPr>
            <a:spLocks noGrp="1"/>
          </p:cNvSpPr>
          <p:nvPr>
            <p:ph type="title"/>
          </p:nvPr>
        </p:nvSpPr>
        <p:spPr>
          <a:xfrm>
            <a:off x="839788" y="457200"/>
            <a:ext cx="3932237" cy="1600200"/>
          </a:xfrm>
        </p:spPr>
        <p:txBody>
          <a:bodyPr anchor="b"/>
          <a:lstStyle>
            <a:lvl1pPr>
              <a:buNone/>
              <a:defRPr sz="3200"/>
            </a:lvl1pPr>
          </a:lstStyle>
          <a:p>
            <a:r>
              <a:t>마스터 제목 스타일 편집</a:t>
            </a:r>
          </a:p>
        </p:txBody>
      </p:sp>
      <p:sp>
        <p:nvSpPr>
          <p:cNvPr id="3" name="그림 개체 틀 2">
            <a:extLst>
              <a:ext uri="{FF2B5EF4-FFF2-40B4-BE49-F238E27FC236}">
                <a16:creationId xmlns:a16="http://schemas.microsoft.com/office/drawing/2014/main" id="{3AFDF475-FC09-9B32-4D3B-EC3A927FD5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텍스트 개체 틀 3">
            <a:extLst>
              <a:ext uri="{FF2B5EF4-FFF2-40B4-BE49-F238E27FC236}">
                <a16:creationId xmlns:a16="http://schemas.microsoft.com/office/drawing/2014/main" id="{00109996-FD1B-EF78-94B2-C9E87D86247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마스터 텍스트 스타일을 편집하려면 클릭</a:t>
            </a:r>
          </a:p>
        </p:txBody>
      </p:sp>
      <p:sp>
        <p:nvSpPr>
          <p:cNvPr id="5" name="날짜 개체 틀 4">
            <a:extLst>
              <a:ext uri="{FF2B5EF4-FFF2-40B4-BE49-F238E27FC236}">
                <a16:creationId xmlns:a16="http://schemas.microsoft.com/office/drawing/2014/main" id="{1E2EE841-47CE-2812-6C1D-FD9A0BF8B744}"/>
              </a:ext>
            </a:extLst>
          </p:cNvPr>
          <p:cNvSpPr>
            <a:spLocks noGrp="1"/>
          </p:cNvSpPr>
          <p:nvPr>
            <p:ph type="dt" idx="10"/>
          </p:nvPr>
        </p:nvSpPr>
        <p:spPr/>
        <p:txBody>
          <a:bodyPr/>
          <a:lstStyle/>
          <a:p>
            <a:fld id="{82B9AEC8-204B-4AD5-8041-BCAF36A74EBE}" type="datetime1">
              <a:t>2026-09-17</a:t>
            </a:fld>
            <a:endParaRPr/>
          </a:p>
        </p:txBody>
      </p:sp>
      <p:sp>
        <p:nvSpPr>
          <p:cNvPr id="6" name="바닥글 개체 틀 5">
            <a:extLst>
              <a:ext uri="{FF2B5EF4-FFF2-40B4-BE49-F238E27FC236}">
                <a16:creationId xmlns:a16="http://schemas.microsoft.com/office/drawing/2014/main" id="{8A8D6541-4607-F16B-8CEE-BCAE450E1792}"/>
              </a:ext>
            </a:extLst>
          </p:cNvPr>
          <p:cNvSpPr>
            <a:spLocks noGrp="1"/>
          </p:cNvSpPr>
          <p:nvPr>
            <p:ph type="ftr" idx="11"/>
          </p:nvPr>
        </p:nvSpPr>
        <p:spPr/>
        <p:txBody>
          <a:bodyPr/>
          <a:lstStyle/>
          <a:p>
            <a:r>
              <a:t>Sample Footer Text</a:t>
            </a:r>
          </a:p>
        </p:txBody>
      </p:sp>
      <p:sp>
        <p:nvSpPr>
          <p:cNvPr id="7" name="슬라이드 번호 개체 틀 6">
            <a:extLst>
              <a:ext uri="{FF2B5EF4-FFF2-40B4-BE49-F238E27FC236}">
                <a16:creationId xmlns:a16="http://schemas.microsoft.com/office/drawing/2014/main" id="{24B16969-84B7-19C4-04D6-B91222F8FC5E}"/>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D194F42-AF93-DB97-51B2-928AFD4A69AB}"/>
              </a:ext>
            </a:extLst>
          </p:cNvPr>
          <p:cNvSpPr>
            <a:spLocks noGrp="1"/>
          </p:cNvSpPr>
          <p:nvPr>
            <p:ph type="title"/>
          </p:nvPr>
        </p:nvSpPr>
        <p:spPr/>
        <p:txBody>
          <a:bodyPr/>
          <a:lstStyle/>
          <a:p>
            <a:r>
              <a:t>마스터 제목 스타일 편집</a:t>
            </a:r>
          </a:p>
        </p:txBody>
      </p:sp>
      <p:sp>
        <p:nvSpPr>
          <p:cNvPr id="3" name="세로 텍스트 개체 틀 2">
            <a:extLst>
              <a:ext uri="{FF2B5EF4-FFF2-40B4-BE49-F238E27FC236}">
                <a16:creationId xmlns:a16="http://schemas.microsoft.com/office/drawing/2014/main" id="{278F5430-9A1D-DC34-DC93-97D8066F672C}"/>
              </a:ext>
            </a:extLst>
          </p:cNvPr>
          <p:cNvSpPr>
            <a:spLocks noGrp="1"/>
          </p:cNvSpPr>
          <p:nvPr>
            <p:ph type="body" idx="1"/>
          </p:nvPr>
        </p:nvSpPr>
        <p:spPr/>
        <p:txBody>
          <a:bodyPr vert="eaVert"/>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날짜 개체 틀 3">
            <a:extLst>
              <a:ext uri="{FF2B5EF4-FFF2-40B4-BE49-F238E27FC236}">
                <a16:creationId xmlns:a16="http://schemas.microsoft.com/office/drawing/2014/main" id="{E7ACA694-F690-9138-8083-BB6B5DF7C87A}"/>
              </a:ext>
            </a:extLst>
          </p:cNvPr>
          <p:cNvSpPr>
            <a:spLocks noGrp="1"/>
          </p:cNvSpPr>
          <p:nvPr>
            <p:ph type="dt" idx="10"/>
          </p:nvPr>
        </p:nvSpPr>
        <p:spPr/>
        <p:txBody>
          <a:bodyPr/>
          <a:lstStyle/>
          <a:p>
            <a:fld id="{82B9AEC8-204B-4AD5-8041-BCAF36A74EBE}" type="datetime1">
              <a:t>2026-09-17</a:t>
            </a:fld>
            <a:endParaRPr/>
          </a:p>
        </p:txBody>
      </p:sp>
      <p:sp>
        <p:nvSpPr>
          <p:cNvPr id="5" name="바닥글 개체 틀 4">
            <a:extLst>
              <a:ext uri="{FF2B5EF4-FFF2-40B4-BE49-F238E27FC236}">
                <a16:creationId xmlns:a16="http://schemas.microsoft.com/office/drawing/2014/main" id="{AAD6F4A5-F452-8AD8-4952-0FBDCDD46337}"/>
              </a:ext>
            </a:extLst>
          </p:cNvPr>
          <p:cNvSpPr>
            <a:spLocks noGrp="1"/>
          </p:cNvSpPr>
          <p:nvPr>
            <p:ph type="ftr" idx="11"/>
          </p:nvPr>
        </p:nvSpPr>
        <p:spPr/>
        <p:txBody>
          <a:bodyPr/>
          <a:lstStyle/>
          <a:p>
            <a:r>
              <a:t>Sample Footer Text</a:t>
            </a:r>
          </a:p>
        </p:txBody>
      </p:sp>
      <p:sp>
        <p:nvSpPr>
          <p:cNvPr id="6" name="슬라이드 번호 개체 틀 5">
            <a:extLst>
              <a:ext uri="{FF2B5EF4-FFF2-40B4-BE49-F238E27FC236}">
                <a16:creationId xmlns:a16="http://schemas.microsoft.com/office/drawing/2014/main" id="{77AD33E1-7AAE-6190-006C-3DA6D667F99E}"/>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4D6F61B-F2AC-88FA-D4AE-DF3D8AE9AB72}"/>
              </a:ext>
            </a:extLst>
          </p:cNvPr>
          <p:cNvSpPr>
            <a:spLocks noGrp="1"/>
          </p:cNvSpPr>
          <p:nvPr>
            <p:ph type="title"/>
          </p:nvPr>
        </p:nvSpPr>
        <p:spPr>
          <a:xfrm>
            <a:off x="8724900" y="365125"/>
            <a:ext cx="2628900" cy="5811838"/>
          </a:xfrm>
        </p:spPr>
        <p:txBody>
          <a:bodyPr vert="eaVert"/>
          <a:lstStyle/>
          <a:p>
            <a:r>
              <a:t>마스터 제목 스타일 편집</a:t>
            </a:r>
          </a:p>
        </p:txBody>
      </p:sp>
      <p:sp>
        <p:nvSpPr>
          <p:cNvPr id="3" name="세로 텍스트 개체 틀 2">
            <a:extLst>
              <a:ext uri="{FF2B5EF4-FFF2-40B4-BE49-F238E27FC236}">
                <a16:creationId xmlns:a16="http://schemas.microsoft.com/office/drawing/2014/main" id="{96BD9AF7-A294-0512-8BAF-EF8914B11E86}"/>
              </a:ext>
            </a:extLst>
          </p:cNvPr>
          <p:cNvSpPr>
            <a:spLocks noGrp="1"/>
          </p:cNvSpPr>
          <p:nvPr>
            <p:ph type="body" idx="1"/>
          </p:nvPr>
        </p:nvSpPr>
        <p:spPr>
          <a:xfrm>
            <a:off x="838200" y="365125"/>
            <a:ext cx="7734300" cy="5811838"/>
          </a:xfrm>
        </p:spPr>
        <p:txBody>
          <a:bodyPr vert="eaVert"/>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날짜 개체 틀 3">
            <a:extLst>
              <a:ext uri="{FF2B5EF4-FFF2-40B4-BE49-F238E27FC236}">
                <a16:creationId xmlns:a16="http://schemas.microsoft.com/office/drawing/2014/main" id="{A45970D8-C32D-E155-970D-92405BD024CF}"/>
              </a:ext>
            </a:extLst>
          </p:cNvPr>
          <p:cNvSpPr>
            <a:spLocks noGrp="1"/>
          </p:cNvSpPr>
          <p:nvPr>
            <p:ph type="dt" idx="10"/>
          </p:nvPr>
        </p:nvSpPr>
        <p:spPr/>
        <p:txBody>
          <a:bodyPr/>
          <a:lstStyle/>
          <a:p>
            <a:fld id="{82B9AEC8-204B-4AD5-8041-BCAF36A74EBE}" type="datetime1">
              <a:t>2026-09-17</a:t>
            </a:fld>
            <a:endParaRPr/>
          </a:p>
        </p:txBody>
      </p:sp>
      <p:sp>
        <p:nvSpPr>
          <p:cNvPr id="5" name="바닥글 개체 틀 4">
            <a:extLst>
              <a:ext uri="{FF2B5EF4-FFF2-40B4-BE49-F238E27FC236}">
                <a16:creationId xmlns:a16="http://schemas.microsoft.com/office/drawing/2014/main" id="{D5678112-A639-7C69-252C-FDE8E194D83B}"/>
              </a:ext>
            </a:extLst>
          </p:cNvPr>
          <p:cNvSpPr>
            <a:spLocks noGrp="1"/>
          </p:cNvSpPr>
          <p:nvPr>
            <p:ph type="ftr" idx="11"/>
          </p:nvPr>
        </p:nvSpPr>
        <p:spPr/>
        <p:txBody>
          <a:bodyPr/>
          <a:lstStyle/>
          <a:p>
            <a:r>
              <a:t>Sample Footer Text</a:t>
            </a:r>
          </a:p>
        </p:txBody>
      </p:sp>
      <p:sp>
        <p:nvSpPr>
          <p:cNvPr id="6" name="슬라이드 번호 개체 틀 5">
            <a:extLst>
              <a:ext uri="{FF2B5EF4-FFF2-40B4-BE49-F238E27FC236}">
                <a16:creationId xmlns:a16="http://schemas.microsoft.com/office/drawing/2014/main" id="{FE53CA47-A4EA-2E7A-28AF-4AB5F276D071}"/>
              </a:ext>
            </a:extLst>
          </p:cNvPr>
          <p:cNvSpPr>
            <a:spLocks noGrp="1"/>
          </p:cNvSpPr>
          <p:nvPr>
            <p:ph type="sldNum" idx="12"/>
          </p:nvPr>
        </p:nvSpPr>
        <p:spPr/>
        <p:txBody>
          <a:bodyPr/>
          <a:lstStyle/>
          <a:p>
            <a:fld id="{27F8DDA4-3B80-4E8A-A8F5-521F73BF9127}"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6A45659B-8FBF-507D-7911-24DA3CFA8865}"/>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마스터 제목 스타일 편집</a:t>
            </a:r>
          </a:p>
        </p:txBody>
      </p:sp>
      <p:sp>
        <p:nvSpPr>
          <p:cNvPr id="3" name="텍스트 개체 틀 2">
            <a:extLst>
              <a:ext uri="{FF2B5EF4-FFF2-40B4-BE49-F238E27FC236}">
                <a16:creationId xmlns:a16="http://schemas.microsoft.com/office/drawing/2014/main" id="{AD7F7FAE-773D-4453-2C99-775DA5D7AFA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날짜 개체 틀 3">
            <a:extLst>
              <a:ext uri="{FF2B5EF4-FFF2-40B4-BE49-F238E27FC236}">
                <a16:creationId xmlns:a16="http://schemas.microsoft.com/office/drawing/2014/main" id="{AE841E96-C165-2E87-7451-B1CAD3459B5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82B9AEC8-204B-4AD5-8041-BCAF36A74EBE}" type="datetime1">
              <a:t>2026-09-17</a:t>
            </a:fld>
            <a:endParaRPr/>
          </a:p>
        </p:txBody>
      </p:sp>
      <p:sp>
        <p:nvSpPr>
          <p:cNvPr id="5" name="바닥글 개체 틀 4">
            <a:extLst>
              <a:ext uri="{FF2B5EF4-FFF2-40B4-BE49-F238E27FC236}">
                <a16:creationId xmlns:a16="http://schemas.microsoft.com/office/drawing/2014/main" id="{1566A4CD-5FBC-8842-6BA0-B830CBA6AB3A}"/>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r>
              <a:t>Sample Footer Text</a:t>
            </a:r>
          </a:p>
        </p:txBody>
      </p:sp>
      <p:sp>
        <p:nvSpPr>
          <p:cNvPr id="6" name="슬라이드 번호 개체 틀 5">
            <a:extLst>
              <a:ext uri="{FF2B5EF4-FFF2-40B4-BE49-F238E27FC236}">
                <a16:creationId xmlns:a16="http://schemas.microsoft.com/office/drawing/2014/main" id="{C6C70377-6A9F-8BED-1E40-D4B1AF527043}"/>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27F8DDA4-3B80-4E8A-A8F5-521F73BF9127}"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hyperlink" Target="https://kci.go.kr/kciportal/ci/sereArticleSearch/ciSereArtiView.kci?sereArticleSearchBean.artiId=ART003380515" TargetMode="Externa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직사각형 29">
            <a:extLst>
              <a:ext uri="{FF2B5EF4-FFF2-40B4-BE49-F238E27FC236}">
                <a16:creationId xmlns:a16="http://schemas.microsoft.com/office/drawing/2014/main" id="{486A86F9-1AF9-3DA5-E583-25822C0FC53E}"/>
              </a:ext>
            </a:extLst>
          </p:cNvPr>
          <p:cNvSpPr>
            <a:spLocks noGrp="1"/>
          </p:cNvSpPr>
          <p:nvPr/>
        </p:nvSpPr>
        <p:spPr>
          <a:xfrm>
            <a:off x="-171450" y="-127000"/>
            <a:ext cx="12718526" cy="7172096"/>
          </a:xfrm>
          <a:prstGeom prst="rect">
            <a:avLst/>
          </a:prstGeom>
          <a:solidFill>
            <a:srgbClr val="F3F7FB"/>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2">
                  <a:lumMod val="10000"/>
                  <a:lumOff val="90000"/>
                </a:schemeClr>
              </a:solidFill>
            </a:endParaRPr>
          </a:p>
        </p:txBody>
      </p:sp>
      <p:pic>
        <p:nvPicPr>
          <p:cNvPr id="33" name="그림 28"/>
          <p:cNvPicPr>
            <a:picLocks noChangeAspect="1"/>
          </p:cNvPicPr>
          <p:nvPr/>
        </p:nvPicPr>
        <p:blipFill>
          <a:blip r:embed="rId3">
            <a:clrChange>
              <a:clrFrom>
                <a:srgbClr val="FFFFFF"/>
              </a:clrFrom>
              <a:clrTo>
                <a:srgbClr val="FFFFFF">
                  <a:alpha val="0"/>
                </a:srgbClr>
              </a:clrTo>
            </a:clrChange>
          </a:blip>
          <a:stretch>
            <a:fillRect/>
          </a:stretch>
        </p:blipFill>
        <p:spPr>
          <a:xfrm>
            <a:off x="9284517" y="5901179"/>
            <a:ext cx="2710514" cy="867548"/>
          </a:xfrm>
          <a:prstGeom prst="rect">
            <a:avLst/>
          </a:prstGeom>
        </p:spPr>
      </p:pic>
      <p:sp>
        <p:nvSpPr>
          <p:cNvPr id="8" name="2026학년도 졸업과제 최종발표">
            <a:extLst>
              <a:ext uri="{FF2B5EF4-FFF2-40B4-BE49-F238E27FC236}">
                <a16:creationId xmlns:a16="http://schemas.microsoft.com/office/drawing/2014/main" id="{90210FA6-4A07-4B9F-979A-DD3589E9756A}"/>
              </a:ext>
            </a:extLst>
          </p:cNvPr>
          <p:cNvSpPr>
            <a:spLocks noGrp="1"/>
          </p:cNvSpPr>
          <p:nvPr/>
        </p:nvSpPr>
        <p:spPr>
          <a:xfrm>
            <a:off x="1066560" y="856791"/>
            <a:ext cx="6667500" cy="266700"/>
          </a:xfrm>
          <a:prstGeom prst="rect">
            <a:avLst/>
          </a:prstGeom>
          <a:noFill/>
          <a:ln w="0">
            <a:noFill/>
          </a:ln>
        </p:spPr>
        <p:txBody>
          <a:bodyPr wrap="none" lIns="0" tIns="0" rIns="0" bIns="0" anchor="ctr">
            <a:noAutofit/>
          </a:bodyPr>
          <a:lstStyle/>
          <a:p>
            <a:pPr>
              <a:buNone/>
            </a:pPr>
            <a:r>
              <a:rPr sz="1425" b="1">
                <a:solidFill>
                  <a:srgbClr val="0075C9"/>
                </a:solidFill>
                <a:latin typeface="Malgun Gothic"/>
                <a:ea typeface="Malgun Gothic"/>
                <a:cs typeface="Malgun Gothic"/>
              </a:rPr>
              <a:t>2026학년도 졸업과제 최종발표</a:t>
            </a:r>
          </a:p>
        </p:txBody>
      </p:sp>
      <p:sp>
        <p:nvSpPr>
          <p:cNvPr id="9" name="Unity ECS 대규모 인스턴스 렌더링의 간접 드로우와 엔진 관리 배치 제출 성능 비교">
            <a:extLst>
              <a:ext uri="{FF2B5EF4-FFF2-40B4-BE49-F238E27FC236}">
                <a16:creationId xmlns:a16="http://schemas.microsoft.com/office/drawing/2014/main" id="{48DA937D-8DDB-49DF-9143-C29746AF92D8}"/>
              </a:ext>
            </a:extLst>
          </p:cNvPr>
          <p:cNvSpPr>
            <a:spLocks noGrp="1"/>
          </p:cNvSpPr>
          <p:nvPr/>
        </p:nvSpPr>
        <p:spPr>
          <a:xfrm>
            <a:off x="1066560" y="1039503"/>
            <a:ext cx="7067550" cy="1752600"/>
          </a:xfrm>
          <a:prstGeom prst="rect">
            <a:avLst/>
          </a:prstGeom>
          <a:noFill/>
          <a:ln w="0">
            <a:noFill/>
          </a:ln>
        </p:spPr>
        <p:txBody>
          <a:bodyPr wrap="none" lIns="0" tIns="0" rIns="0" bIns="0" anchor="ctr">
            <a:noAutofit/>
          </a:bodyPr>
          <a:lstStyle/>
          <a:p>
            <a:pPr>
              <a:buNone/>
            </a:pPr>
            <a:r>
              <a:rPr sz="2700" b="1">
                <a:solidFill>
                  <a:srgbClr val="1D3550"/>
                </a:solidFill>
                <a:latin typeface="Malgun Gothic"/>
                <a:ea typeface="Malgun Gothic"/>
                <a:cs typeface="Malgun Gothic"/>
              </a:rPr>
              <a:t>Unity ECS 대규모 인스턴스 렌더링의</a:t>
            </a:r>
          </a:p>
          <a:p>
            <a:pPr>
              <a:buNone/>
            </a:pPr>
            <a:r>
              <a:rPr sz="2700" b="1">
                <a:solidFill>
                  <a:srgbClr val="1D3550"/>
                </a:solidFill>
                <a:latin typeface="Malgun Gothic"/>
                <a:ea typeface="Malgun Gothic"/>
                <a:cs typeface="Malgun Gothic"/>
              </a:rPr>
              <a:t>간접 드로우와 엔진 관리배치 제출 성능 비교</a:t>
            </a:r>
          </a:p>
        </p:txBody>
      </p:sp>
      <p:sp>
        <p:nvSpPr>
          <p:cNvPr id="10" name="content-region">
            <a:extLst>
              <a:ext uri="{FF2B5EF4-FFF2-40B4-BE49-F238E27FC236}">
                <a16:creationId xmlns:a16="http://schemas.microsoft.com/office/drawing/2014/main" id="{852744F1-0447-4992-B355-0E553874EFED}"/>
              </a:ext>
            </a:extLst>
          </p:cNvPr>
          <p:cNvSpPr>
            <a:spLocks noGrp="1"/>
          </p:cNvSpPr>
          <p:nvPr/>
        </p:nvSpPr>
        <p:spPr>
          <a:xfrm>
            <a:off x="1066560" y="2470095"/>
            <a:ext cx="6961989" cy="45719"/>
          </a:xfrm>
          <a:prstGeom prst="rect">
            <a:avLst/>
          </a:prstGeom>
          <a:solidFill>
            <a:srgbClr val="00A651"/>
          </a:solidFill>
          <a:ln w="0">
            <a:noFill/>
          </a:ln>
        </p:spPr>
        <p:txBody>
          <a:bodyPr/>
          <a:lstStyle/>
          <a:p>
            <a:endParaRPr/>
          </a:p>
        </p:txBody>
      </p:sp>
      <p:sp>
        <p:nvSpPr>
          <p:cNvPr id="11" name="대규모 동적 장면에서 렌더링 경로와 제출 구조가 프레임 성능에 미치는 영향">
            <a:extLst>
              <a:ext uri="{FF2B5EF4-FFF2-40B4-BE49-F238E27FC236}">
                <a16:creationId xmlns:a16="http://schemas.microsoft.com/office/drawing/2014/main" id="{1F14DEFD-E1C2-4954-A4BE-CFBEE2000B26}"/>
              </a:ext>
            </a:extLst>
          </p:cNvPr>
          <p:cNvSpPr>
            <a:spLocks noGrp="1"/>
          </p:cNvSpPr>
          <p:nvPr/>
        </p:nvSpPr>
        <p:spPr>
          <a:xfrm>
            <a:off x="1066560" y="2729700"/>
            <a:ext cx="7067550" cy="619125"/>
          </a:xfrm>
          <a:prstGeom prst="rect">
            <a:avLst/>
          </a:prstGeom>
          <a:noFill/>
          <a:ln w="0">
            <a:noFill/>
          </a:ln>
        </p:spPr>
        <p:txBody>
          <a:bodyPr wrap="none" lIns="0" tIns="0" rIns="0" bIns="0" anchor="ctr">
            <a:noAutofit/>
          </a:bodyPr>
          <a:lstStyle/>
          <a:p>
            <a:pPr>
              <a:buNone/>
            </a:pPr>
            <a:r>
              <a:rPr sz="1575" b="0">
                <a:solidFill>
                  <a:schemeClr val="tx2">
                    <a:lumMod val="90000"/>
                    <a:lumOff val="10000"/>
                  </a:schemeClr>
                </a:solidFill>
                <a:latin typeface="Malgun Gothic"/>
                <a:ea typeface="Malgun Gothic"/>
                <a:cs typeface="Malgun Gothic"/>
              </a:rPr>
              <a:t>대규모 동적 장면에서 렌더링 경로와 제출 구조가 프레임 성능에 미치는 영향</a:t>
            </a:r>
          </a:p>
        </p:txBody>
      </p:sp>
      <p:sp>
        <p:nvSpPr>
          <p:cNvPr id="13" name="발표자">
            <a:extLst>
              <a:ext uri="{FF2B5EF4-FFF2-40B4-BE49-F238E27FC236}">
                <a16:creationId xmlns:a16="http://schemas.microsoft.com/office/drawing/2014/main" id="{3A267C8B-2585-4669-A2A8-3BF9B5628AF1}"/>
              </a:ext>
            </a:extLst>
          </p:cNvPr>
          <p:cNvSpPr>
            <a:spLocks noGrp="1"/>
          </p:cNvSpPr>
          <p:nvPr/>
        </p:nvSpPr>
        <p:spPr>
          <a:xfrm>
            <a:off x="1189109" y="4816754"/>
            <a:ext cx="515401" cy="285750"/>
          </a:xfrm>
          <a:prstGeom prst="rect">
            <a:avLst/>
          </a:prstGeom>
          <a:noFill/>
          <a:ln w="0">
            <a:noFill/>
          </a:ln>
        </p:spPr>
        <p:txBody>
          <a:bodyPr wrap="none" lIns="0" tIns="0" rIns="0" bIns="0" anchor="ctr">
            <a:noAutofit/>
          </a:bodyPr>
          <a:lstStyle/>
          <a:p>
            <a:pPr>
              <a:buNone/>
            </a:pPr>
            <a:r>
              <a:rPr sz="1350" b="1">
                <a:solidFill>
                  <a:srgbClr val="0075C9"/>
                </a:solidFill>
                <a:latin typeface="Malgun Gothic"/>
                <a:ea typeface="Malgun Gothic"/>
                <a:cs typeface="Malgun Gothic"/>
              </a:rPr>
              <a:t>팀원</a:t>
            </a:r>
          </a:p>
        </p:txBody>
      </p:sp>
      <p:sp>
        <p:nvSpPr>
          <p:cNvPr id="14" name="김재식 · 안지홍 · 이천서">
            <a:extLst>
              <a:ext uri="{FF2B5EF4-FFF2-40B4-BE49-F238E27FC236}">
                <a16:creationId xmlns:a16="http://schemas.microsoft.com/office/drawing/2014/main" id="{8422E42A-634D-4E93-8344-765BF944B1E9}"/>
              </a:ext>
            </a:extLst>
          </p:cNvPr>
          <p:cNvSpPr>
            <a:spLocks noGrp="1"/>
          </p:cNvSpPr>
          <p:nvPr/>
        </p:nvSpPr>
        <p:spPr>
          <a:xfrm>
            <a:off x="2332109" y="4778654"/>
            <a:ext cx="2577003" cy="323850"/>
          </a:xfrm>
          <a:prstGeom prst="rect">
            <a:avLst/>
          </a:prstGeom>
          <a:noFill/>
          <a:ln w="0">
            <a:noFill/>
          </a:ln>
        </p:spPr>
        <p:txBody>
          <a:bodyPr wrap="none" lIns="0" tIns="0" rIns="0" bIns="0" anchor="ctr">
            <a:noAutofit/>
          </a:bodyPr>
          <a:lstStyle/>
          <a:p>
            <a:pPr>
              <a:buNone/>
            </a:pPr>
            <a:r>
              <a:rPr sz="1575" b="1">
                <a:solidFill>
                  <a:srgbClr val="1D3550"/>
                </a:solidFill>
                <a:latin typeface="Malgun Gothic"/>
                <a:ea typeface="Malgun Gothic"/>
                <a:cs typeface="Malgun Gothic"/>
              </a:rPr>
              <a:t>김재식 · 안지홍 · 이천서</a:t>
            </a:r>
          </a:p>
        </p:txBody>
      </p:sp>
      <p:sp>
        <p:nvSpPr>
          <p:cNvPr id="15" name="지도교수">
            <a:extLst>
              <a:ext uri="{FF2B5EF4-FFF2-40B4-BE49-F238E27FC236}">
                <a16:creationId xmlns:a16="http://schemas.microsoft.com/office/drawing/2014/main" id="{A4E04217-9CB3-46BB-B512-0323814C959B}"/>
              </a:ext>
            </a:extLst>
          </p:cNvPr>
          <p:cNvSpPr>
            <a:spLocks noGrp="1"/>
          </p:cNvSpPr>
          <p:nvPr/>
        </p:nvSpPr>
        <p:spPr>
          <a:xfrm>
            <a:off x="1189109" y="5335441"/>
            <a:ext cx="515401" cy="285750"/>
          </a:xfrm>
          <a:prstGeom prst="rect">
            <a:avLst/>
          </a:prstGeom>
          <a:noFill/>
          <a:ln w="0">
            <a:noFill/>
          </a:ln>
        </p:spPr>
        <p:txBody>
          <a:bodyPr wrap="none" lIns="0" tIns="0" rIns="0" bIns="0" anchor="ctr">
            <a:noAutofit/>
          </a:bodyPr>
          <a:lstStyle/>
          <a:p>
            <a:pPr>
              <a:buNone/>
            </a:pPr>
            <a:r>
              <a:rPr sz="1350" b="1">
                <a:solidFill>
                  <a:srgbClr val="0075C9"/>
                </a:solidFill>
                <a:latin typeface="Malgun Gothic"/>
                <a:ea typeface="Malgun Gothic"/>
                <a:cs typeface="Malgun Gothic"/>
              </a:rPr>
              <a:t>지도교수</a:t>
            </a:r>
          </a:p>
        </p:txBody>
      </p:sp>
      <p:sp>
        <p:nvSpPr>
          <p:cNvPr id="16" name="박영진">
            <a:extLst>
              <a:ext uri="{FF2B5EF4-FFF2-40B4-BE49-F238E27FC236}">
                <a16:creationId xmlns:a16="http://schemas.microsoft.com/office/drawing/2014/main" id="{9F0EFC02-89EA-4D5C-9187-87F1CCB353B2}"/>
              </a:ext>
            </a:extLst>
          </p:cNvPr>
          <p:cNvSpPr>
            <a:spLocks noGrp="1"/>
          </p:cNvSpPr>
          <p:nvPr/>
        </p:nvSpPr>
        <p:spPr>
          <a:xfrm>
            <a:off x="2332109" y="5316391"/>
            <a:ext cx="2577003" cy="323850"/>
          </a:xfrm>
          <a:prstGeom prst="rect">
            <a:avLst/>
          </a:prstGeom>
          <a:noFill/>
          <a:ln w="0">
            <a:noFill/>
          </a:ln>
        </p:spPr>
        <p:txBody>
          <a:bodyPr wrap="none" lIns="0" tIns="0" rIns="0" bIns="0" anchor="ctr">
            <a:noAutofit/>
          </a:bodyPr>
          <a:lstStyle/>
          <a:p>
            <a:pPr>
              <a:buNone/>
            </a:pPr>
            <a:r>
              <a:rPr sz="1575" b="1">
                <a:solidFill>
                  <a:srgbClr val="1D3550"/>
                </a:solidFill>
                <a:latin typeface="Malgun Gothic"/>
                <a:ea typeface="Malgun Gothic"/>
                <a:cs typeface="Malgun Gothic"/>
              </a:rPr>
              <a:t>박영진</a:t>
            </a:r>
          </a:p>
        </p:txBody>
      </p:sp>
      <p:sp>
        <p:nvSpPr>
          <p:cNvPr id="26" name="발표자">
            <a:extLst>
              <a:ext uri="{FF2B5EF4-FFF2-40B4-BE49-F238E27FC236}">
                <a16:creationId xmlns:a16="http://schemas.microsoft.com/office/drawing/2014/main" id="{250F9FAC-BDA0-89D5-2652-8DF6B1978D43}"/>
              </a:ext>
            </a:extLst>
          </p:cNvPr>
          <p:cNvSpPr>
            <a:spLocks noGrp="1"/>
          </p:cNvSpPr>
          <p:nvPr/>
        </p:nvSpPr>
        <p:spPr>
          <a:xfrm>
            <a:off x="1189109" y="4280228"/>
            <a:ext cx="515401" cy="285750"/>
          </a:xfrm>
          <a:prstGeom prst="rect">
            <a:avLst/>
          </a:prstGeom>
          <a:noFill/>
          <a:ln w="0">
            <a:noFill/>
          </a:ln>
        </p:spPr>
        <p:txBody>
          <a:bodyPr wrap="none" lIns="0" tIns="0" rIns="0" bIns="0" anchor="ctr">
            <a:noAutofit/>
          </a:bodyPr>
          <a:lstStyle/>
          <a:p>
            <a:pPr>
              <a:buNone/>
            </a:pPr>
            <a:r>
              <a:rPr sz="1350" b="1">
                <a:solidFill>
                  <a:srgbClr val="0075C9"/>
                </a:solidFill>
                <a:latin typeface="Malgun Gothic"/>
                <a:ea typeface="Malgun Gothic"/>
                <a:cs typeface="Malgun Gothic"/>
              </a:rPr>
              <a:t>팀명</a:t>
            </a:r>
          </a:p>
        </p:txBody>
      </p:sp>
      <p:sp>
        <p:nvSpPr>
          <p:cNvPr id="27" name="김재식 · 안지홍 · 이천서">
            <a:extLst>
              <a:ext uri="{FF2B5EF4-FFF2-40B4-BE49-F238E27FC236}">
                <a16:creationId xmlns:a16="http://schemas.microsoft.com/office/drawing/2014/main" id="{484FA9C5-0268-34F0-A16A-C456FF3B581A}"/>
              </a:ext>
            </a:extLst>
          </p:cNvPr>
          <p:cNvSpPr>
            <a:spLocks noGrp="1"/>
          </p:cNvSpPr>
          <p:nvPr/>
        </p:nvSpPr>
        <p:spPr>
          <a:xfrm>
            <a:off x="2354547" y="4240918"/>
            <a:ext cx="2577003" cy="323850"/>
          </a:xfrm>
          <a:prstGeom prst="rect">
            <a:avLst/>
          </a:prstGeom>
          <a:noFill/>
          <a:ln w="0">
            <a:noFill/>
          </a:ln>
        </p:spPr>
        <p:txBody>
          <a:bodyPr wrap="none" lIns="0" tIns="0" rIns="0" bIns="0" anchor="ctr">
            <a:noAutofit/>
          </a:bodyPr>
          <a:lstStyle/>
          <a:p>
            <a:pPr>
              <a:buNone/>
            </a:pPr>
            <a:r>
              <a:rPr sz="1575" b="1">
                <a:solidFill>
                  <a:srgbClr val="1D3550"/>
                </a:solidFill>
                <a:latin typeface="Malgun Gothic"/>
                <a:ea typeface="Malgun Gothic"/>
                <a:cs typeface="Malgun Gothic"/>
              </a:rPr>
              <a:t>미오</a:t>
            </a:r>
          </a:p>
        </p:txBody>
      </p:sp>
    </p:spTree>
    <p:extLst>
      <p:ext uri="{BB962C8B-B14F-4D97-AF65-F5344CB8AC3E}">
        <p14:creationId xmlns:p14="http://schemas.microsoft.com/office/powerpoint/2010/main" val="1164521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2" name="content-region">
            <a:extLst>
              <a:ext uri="{FF2B5EF4-FFF2-40B4-BE49-F238E27FC236}">
                <a16:creationId xmlns:a16="http://schemas.microsoft.com/office/drawing/2014/main" id="{80BA1DEE-3D54-46B5-A8A7-EC167B7A21E3}"/>
              </a:ext>
            </a:extLst>
          </p:cNvPr>
          <p:cNvSpPr>
            <a:spLocks noGrp="1"/>
          </p:cNvSpPr>
          <p:nvPr/>
        </p:nvSpPr>
        <p:spPr>
          <a:xfrm>
            <a:off x="2876550" y="0"/>
            <a:ext cx="45719" cy="6858000"/>
          </a:xfrm>
          <a:prstGeom prst="rect">
            <a:avLst/>
          </a:prstGeom>
          <a:solidFill>
            <a:srgbClr val="00A651"/>
          </a:solidFill>
          <a:ln w="0">
            <a:noFill/>
          </a:ln>
        </p:spPr>
        <p:txBody>
          <a:bodyPr/>
          <a:lstStyle/>
          <a:p>
            <a:endParaRPr/>
          </a:p>
        </p:txBody>
      </p:sp>
      <p:sp>
        <p:nvSpPr>
          <p:cNvPr id="3" name="CONTENTS">
            <a:extLst>
              <a:ext uri="{FF2B5EF4-FFF2-40B4-BE49-F238E27FC236}">
                <a16:creationId xmlns:a16="http://schemas.microsoft.com/office/drawing/2014/main" id="{D04F96AD-C14E-4B00-968B-696C7D92B47A}"/>
              </a:ext>
            </a:extLst>
          </p:cNvPr>
          <p:cNvSpPr>
            <a:spLocks noGrp="1"/>
          </p:cNvSpPr>
          <p:nvPr/>
        </p:nvSpPr>
        <p:spPr>
          <a:xfrm>
            <a:off x="509588" y="714375"/>
            <a:ext cx="1776412" cy="428625"/>
          </a:xfrm>
          <a:prstGeom prst="rect">
            <a:avLst/>
          </a:prstGeom>
          <a:noFill/>
          <a:ln w="0">
            <a:noFill/>
          </a:ln>
        </p:spPr>
        <p:txBody>
          <a:bodyPr wrap="none" lIns="0" tIns="0" rIns="0" bIns="0" anchor="ctr">
            <a:noAutofit/>
          </a:bodyPr>
          <a:lstStyle/>
          <a:p>
            <a:pPr algn="ctr">
              <a:buNone/>
            </a:pPr>
            <a:r>
              <a:rPr sz="1875" b="1">
                <a:solidFill>
                  <a:srgbClr val="0070C0"/>
                </a:solidFill>
                <a:latin typeface="Malgun Gothic"/>
                <a:ea typeface="Malgun Gothic"/>
                <a:cs typeface="Malgun Gothic"/>
              </a:rPr>
              <a:t>CONTENTS</a:t>
            </a:r>
          </a:p>
        </p:txBody>
      </p:sp>
      <p:sp>
        <p:nvSpPr>
          <p:cNvPr id="4" name="발표 순서">
            <a:extLst>
              <a:ext uri="{FF2B5EF4-FFF2-40B4-BE49-F238E27FC236}">
                <a16:creationId xmlns:a16="http://schemas.microsoft.com/office/drawing/2014/main" id="{B1349A33-DDF3-4EA5-853B-5503CCC8E562}"/>
              </a:ext>
            </a:extLst>
          </p:cNvPr>
          <p:cNvSpPr>
            <a:spLocks noGrp="1"/>
          </p:cNvSpPr>
          <p:nvPr/>
        </p:nvSpPr>
        <p:spPr>
          <a:xfrm>
            <a:off x="428625" y="1400175"/>
            <a:ext cx="1990725" cy="590550"/>
          </a:xfrm>
          <a:prstGeom prst="rect">
            <a:avLst/>
          </a:prstGeom>
          <a:noFill/>
          <a:ln w="0">
            <a:noFill/>
          </a:ln>
        </p:spPr>
        <p:txBody>
          <a:bodyPr wrap="none" lIns="0" tIns="0" rIns="0" bIns="0" anchor="ctr">
            <a:noAutofit/>
          </a:bodyPr>
          <a:lstStyle/>
          <a:p>
            <a:pPr algn="ctr">
              <a:buNone/>
            </a:pPr>
            <a:r>
              <a:rPr sz="2800" b="1">
                <a:solidFill>
                  <a:schemeClr val="tx2">
                    <a:lumMod val="90000"/>
                    <a:lumOff val="10000"/>
                  </a:schemeClr>
                </a:solidFill>
                <a:latin typeface="Malgun Gothic"/>
                <a:ea typeface="Malgun Gothic"/>
                <a:cs typeface="Malgun Gothic"/>
              </a:rPr>
              <a:t>발표 순서</a:t>
            </a:r>
          </a:p>
        </p:txBody>
      </p:sp>
      <p:sp>
        <p:nvSpPr>
          <p:cNvPr id="5" name="직선 연결선 4">
            <a:extLst>
              <a:ext uri="{FF2B5EF4-FFF2-40B4-BE49-F238E27FC236}">
                <a16:creationId xmlns:a16="http://schemas.microsoft.com/office/drawing/2014/main" id="{844E5BE9-FF6C-4AC7-B083-3FF7F6CBD103}"/>
              </a:ext>
            </a:extLst>
          </p:cNvPr>
          <p:cNvSpPr>
            <a:spLocks noGrp="1"/>
          </p:cNvSpPr>
          <p:nvPr/>
        </p:nvSpPr>
        <p:spPr>
          <a:xfrm>
            <a:off x="509588" y="2038350"/>
            <a:ext cx="1828800" cy="0"/>
          </a:xfrm>
          <a:prstGeom prst="line">
            <a:avLst/>
          </a:prstGeom>
          <a:noFill/>
          <a:ln w="9525">
            <a:solidFill>
              <a:srgbClr val="5C85BE"/>
            </a:solidFill>
          </a:ln>
        </p:spPr>
        <p:txBody>
          <a:bodyPr/>
          <a:lstStyle/>
          <a:p>
            <a:endParaRPr/>
          </a:p>
        </p:txBody>
      </p:sp>
      <p:pic>
        <p:nvPicPr>
          <p:cNvPr id="35" name="그림 36"/>
          <p:cNvPicPr>
            <a:picLocks noChangeAspect="1"/>
          </p:cNvPicPr>
          <p:nvPr/>
        </p:nvPicPr>
        <p:blipFill>
          <a:blip r:embed="rId3"/>
          <a:stretch/>
        </p:blipFill>
        <p:spPr>
          <a:xfrm>
            <a:off x="509588" y="5880853"/>
            <a:ext cx="1752600" cy="431707"/>
          </a:xfrm>
          <a:prstGeom prst="rect">
            <a:avLst/>
          </a:prstGeom>
        </p:spPr>
      </p:pic>
      <p:sp>
        <p:nvSpPr>
          <p:cNvPr id="9" name="content-region">
            <a:extLst>
              <a:ext uri="{FF2B5EF4-FFF2-40B4-BE49-F238E27FC236}">
                <a16:creationId xmlns:a16="http://schemas.microsoft.com/office/drawing/2014/main" id="{ECBF3855-3576-4D0E-9E46-8E07F267435E}"/>
              </a:ext>
            </a:extLst>
          </p:cNvPr>
          <p:cNvSpPr>
            <a:spLocks noGrp="1"/>
          </p:cNvSpPr>
          <p:nvPr/>
        </p:nvSpPr>
        <p:spPr>
          <a:xfrm>
            <a:off x="3333750" y="971550"/>
            <a:ext cx="8058150" cy="1066800"/>
          </a:xfrm>
          <a:prstGeom prst="roundRect">
            <a:avLst>
              <a:gd name="adj" fmla="val 50000"/>
            </a:avLst>
          </a:prstGeom>
          <a:solidFill>
            <a:srgbClr val="FFFFFF"/>
          </a:solidFill>
          <a:ln w="9525">
            <a:solidFill>
              <a:srgbClr val="D5E1ED"/>
            </a:solidFill>
          </a:ln>
        </p:spPr>
        <p:txBody>
          <a:bodyPr/>
          <a:lstStyle/>
          <a:p>
            <a:endParaRPr/>
          </a:p>
        </p:txBody>
      </p:sp>
      <p:sp>
        <p:nvSpPr>
          <p:cNvPr id="10" name="content-region">
            <a:extLst>
              <a:ext uri="{FF2B5EF4-FFF2-40B4-BE49-F238E27FC236}">
                <a16:creationId xmlns:a16="http://schemas.microsoft.com/office/drawing/2014/main" id="{AC045DCF-E3B4-45EE-9620-7AAC00824141}"/>
              </a:ext>
            </a:extLst>
          </p:cNvPr>
          <p:cNvSpPr>
            <a:spLocks noGrp="1"/>
          </p:cNvSpPr>
          <p:nvPr/>
        </p:nvSpPr>
        <p:spPr>
          <a:xfrm>
            <a:off x="3562350" y="1162050"/>
            <a:ext cx="685800" cy="685800"/>
          </a:xfrm>
          <a:prstGeom prst="roundRect">
            <a:avLst>
              <a:gd name="adj" fmla="val 50000"/>
            </a:avLst>
          </a:prstGeom>
          <a:solidFill>
            <a:srgbClr val="143F90"/>
          </a:solidFill>
          <a:ln w="0">
            <a:noFill/>
          </a:ln>
        </p:spPr>
        <p:txBody>
          <a:bodyPr wrap="none" lIns="76200" tIns="47625" rIns="76200" bIns="47625" anchor="ctr">
            <a:noAutofit/>
          </a:bodyPr>
          <a:lstStyle/>
          <a:p>
            <a:pPr algn="ctr">
              <a:buNone/>
            </a:pPr>
            <a:r>
              <a:rPr sz="1800" b="1">
                <a:solidFill>
                  <a:srgbClr val="FFFFFF"/>
                </a:solidFill>
                <a:latin typeface="Malgun Gothic"/>
                <a:ea typeface="Malgun Gothic"/>
                <a:cs typeface="Malgun Gothic"/>
              </a:rPr>
              <a:t>01</a:t>
            </a:r>
          </a:p>
        </p:txBody>
      </p:sp>
      <p:sp>
        <p:nvSpPr>
          <p:cNvPr id="11" name="연구 배경과 질문">
            <a:extLst>
              <a:ext uri="{FF2B5EF4-FFF2-40B4-BE49-F238E27FC236}">
                <a16:creationId xmlns:a16="http://schemas.microsoft.com/office/drawing/2014/main" id="{0B6D465A-971C-4C7B-B1EB-72B5EBFC60E0}"/>
              </a:ext>
            </a:extLst>
          </p:cNvPr>
          <p:cNvSpPr>
            <a:spLocks noGrp="1"/>
          </p:cNvSpPr>
          <p:nvPr/>
        </p:nvSpPr>
        <p:spPr>
          <a:xfrm>
            <a:off x="4543425" y="1143000"/>
            <a:ext cx="6372225" cy="371475"/>
          </a:xfrm>
          <a:prstGeom prst="rect">
            <a:avLst/>
          </a:prstGeom>
          <a:noFill/>
          <a:ln w="0">
            <a:noFill/>
          </a:ln>
        </p:spPr>
        <p:txBody>
          <a:bodyPr wrap="none" lIns="0" tIns="0" rIns="0" bIns="0" anchor="ctr">
            <a:noAutofit/>
          </a:bodyPr>
          <a:lstStyle/>
          <a:p>
            <a:pPr algn="l">
              <a:buNone/>
            </a:pPr>
            <a:r>
              <a:rPr sz="2025" b="1">
                <a:solidFill>
                  <a:srgbClr val="143F90"/>
                </a:solidFill>
                <a:latin typeface="Malgun Gothic"/>
                <a:ea typeface="Malgun Gothic"/>
                <a:cs typeface="Malgun Gothic"/>
              </a:rPr>
              <a:t>연구 배경</a:t>
            </a:r>
          </a:p>
        </p:txBody>
      </p:sp>
      <p:sp>
        <p:nvSpPr>
          <p:cNvPr id="12" name="대규모 동적 장면 · 실시간 처리 부담 · 연구 질문">
            <a:extLst>
              <a:ext uri="{FF2B5EF4-FFF2-40B4-BE49-F238E27FC236}">
                <a16:creationId xmlns:a16="http://schemas.microsoft.com/office/drawing/2014/main" id="{553B4E4E-F9E1-41DE-A689-198932A1D2F4}"/>
              </a:ext>
            </a:extLst>
          </p:cNvPr>
          <p:cNvSpPr>
            <a:spLocks noGrp="1"/>
          </p:cNvSpPr>
          <p:nvPr/>
        </p:nvSpPr>
        <p:spPr>
          <a:xfrm>
            <a:off x="4543425" y="1552575"/>
            <a:ext cx="6372225" cy="285750"/>
          </a:xfrm>
          <a:prstGeom prst="rect">
            <a:avLst/>
          </a:prstGeom>
          <a:noFill/>
          <a:ln w="0">
            <a:noFill/>
          </a:ln>
        </p:spPr>
        <p:txBody>
          <a:bodyPr wrap="none" lIns="0" tIns="0" rIns="0" bIns="0" anchor="ctr">
            <a:noAutofit/>
          </a:bodyPr>
          <a:lstStyle/>
          <a:p>
            <a:pPr algn="l">
              <a:buNone/>
            </a:pPr>
            <a:r>
              <a:rPr sz="1350" b="0">
                <a:solidFill>
                  <a:schemeClr val="accent1">
                    <a:lumMod val="50000"/>
                  </a:schemeClr>
                </a:solidFill>
                <a:latin typeface="Malgun Gothic"/>
                <a:ea typeface="Malgun Gothic"/>
                <a:cs typeface="Malgun Gothic"/>
              </a:rPr>
              <a:t>대규모 동적 장면 · 실시간 처리 부담 · 연구 질문</a:t>
            </a:r>
          </a:p>
        </p:txBody>
      </p:sp>
      <p:sp>
        <p:nvSpPr>
          <p:cNvPr id="13" name="content-region">
            <a:extLst>
              <a:ext uri="{FF2B5EF4-FFF2-40B4-BE49-F238E27FC236}">
                <a16:creationId xmlns:a16="http://schemas.microsoft.com/office/drawing/2014/main" id="{192FB7AA-C37A-4FEB-B466-FB97A29AAF57}"/>
              </a:ext>
            </a:extLst>
          </p:cNvPr>
          <p:cNvSpPr>
            <a:spLocks noGrp="1"/>
          </p:cNvSpPr>
          <p:nvPr/>
        </p:nvSpPr>
        <p:spPr>
          <a:xfrm>
            <a:off x="10868025" y="1190478"/>
            <a:ext cx="47625" cy="685800"/>
          </a:xfrm>
          <a:prstGeom prst="rect">
            <a:avLst/>
          </a:prstGeom>
          <a:solidFill>
            <a:srgbClr val="0075C9"/>
          </a:solidFill>
          <a:ln w="0">
            <a:noFill/>
          </a:ln>
        </p:spPr>
        <p:txBody>
          <a:bodyPr/>
          <a:lstStyle/>
          <a:p>
            <a:endParaRPr/>
          </a:p>
        </p:txBody>
      </p:sp>
      <p:sp>
        <p:nvSpPr>
          <p:cNvPr id="14" name="content-region">
            <a:extLst>
              <a:ext uri="{FF2B5EF4-FFF2-40B4-BE49-F238E27FC236}">
                <a16:creationId xmlns:a16="http://schemas.microsoft.com/office/drawing/2014/main" id="{0585FDFB-40B0-4C1A-8D02-6F25E3BBB28E}"/>
              </a:ext>
            </a:extLst>
          </p:cNvPr>
          <p:cNvSpPr>
            <a:spLocks noGrp="1"/>
          </p:cNvSpPr>
          <p:nvPr/>
        </p:nvSpPr>
        <p:spPr>
          <a:xfrm>
            <a:off x="3333750" y="2314575"/>
            <a:ext cx="8058150" cy="1066800"/>
          </a:xfrm>
          <a:prstGeom prst="roundRect">
            <a:avLst>
              <a:gd name="adj" fmla="val 50000"/>
            </a:avLst>
          </a:prstGeom>
          <a:solidFill>
            <a:srgbClr val="FFFFFF"/>
          </a:solidFill>
          <a:ln w="9525">
            <a:solidFill>
              <a:srgbClr val="D5E1ED"/>
            </a:solidFill>
          </a:ln>
        </p:spPr>
        <p:txBody>
          <a:bodyPr/>
          <a:lstStyle/>
          <a:p>
            <a:endParaRPr/>
          </a:p>
        </p:txBody>
      </p:sp>
      <p:sp>
        <p:nvSpPr>
          <p:cNvPr id="15" name="content-region">
            <a:extLst>
              <a:ext uri="{FF2B5EF4-FFF2-40B4-BE49-F238E27FC236}">
                <a16:creationId xmlns:a16="http://schemas.microsoft.com/office/drawing/2014/main" id="{C4617445-4B32-4081-B250-61229DBEABF0}"/>
              </a:ext>
            </a:extLst>
          </p:cNvPr>
          <p:cNvSpPr>
            <a:spLocks noGrp="1"/>
          </p:cNvSpPr>
          <p:nvPr/>
        </p:nvSpPr>
        <p:spPr>
          <a:xfrm>
            <a:off x="3562350" y="2505075"/>
            <a:ext cx="685800" cy="685800"/>
          </a:xfrm>
          <a:prstGeom prst="roundRect">
            <a:avLst>
              <a:gd name="adj" fmla="val 50000"/>
            </a:avLst>
          </a:prstGeom>
          <a:solidFill>
            <a:srgbClr val="143F90"/>
          </a:solidFill>
          <a:ln w="0">
            <a:noFill/>
          </a:ln>
        </p:spPr>
        <p:txBody>
          <a:bodyPr wrap="none" lIns="76200" tIns="47625" rIns="76200" bIns="47625" anchor="ctr">
            <a:noAutofit/>
          </a:bodyPr>
          <a:lstStyle/>
          <a:p>
            <a:pPr algn="ctr">
              <a:buNone/>
            </a:pPr>
            <a:r>
              <a:rPr sz="1800" b="1">
                <a:solidFill>
                  <a:srgbClr val="FFFFFF"/>
                </a:solidFill>
                <a:latin typeface="Malgun Gothic"/>
                <a:ea typeface="Malgun Gothic"/>
                <a:cs typeface="Malgun Gothic"/>
              </a:rPr>
              <a:t>02</a:t>
            </a:r>
          </a:p>
        </p:txBody>
      </p:sp>
      <p:sp>
        <p:nvSpPr>
          <p:cNvPr id="16" name="기술 구조와 실험 설계">
            <a:extLst>
              <a:ext uri="{FF2B5EF4-FFF2-40B4-BE49-F238E27FC236}">
                <a16:creationId xmlns:a16="http://schemas.microsoft.com/office/drawing/2014/main" id="{C03DC04F-D37C-45AE-9120-0DBA7027C47C}"/>
              </a:ext>
            </a:extLst>
          </p:cNvPr>
          <p:cNvSpPr>
            <a:spLocks noGrp="1"/>
          </p:cNvSpPr>
          <p:nvPr/>
        </p:nvSpPr>
        <p:spPr>
          <a:xfrm>
            <a:off x="4543425" y="2486025"/>
            <a:ext cx="6372225" cy="371475"/>
          </a:xfrm>
          <a:prstGeom prst="rect">
            <a:avLst/>
          </a:prstGeom>
          <a:noFill/>
          <a:ln w="0">
            <a:noFill/>
          </a:ln>
        </p:spPr>
        <p:txBody>
          <a:bodyPr wrap="none" lIns="0" tIns="0" rIns="0" bIns="0" anchor="ctr">
            <a:noAutofit/>
          </a:bodyPr>
          <a:lstStyle/>
          <a:p>
            <a:pPr algn="l">
              <a:buNone/>
            </a:pPr>
            <a:r>
              <a:rPr sz="2025" b="1">
                <a:solidFill>
                  <a:srgbClr val="143F90"/>
                </a:solidFill>
                <a:latin typeface="Malgun Gothic"/>
                <a:ea typeface="Malgun Gothic"/>
                <a:cs typeface="Malgun Gothic"/>
              </a:rPr>
              <a:t>기술 구조와 실험 설계</a:t>
            </a:r>
          </a:p>
        </p:txBody>
      </p:sp>
      <p:sp>
        <p:nvSpPr>
          <p:cNvPr id="17" name="Unity ECS · RMI/BRG · 2×2 비교 조건">
            <a:extLst>
              <a:ext uri="{FF2B5EF4-FFF2-40B4-BE49-F238E27FC236}">
                <a16:creationId xmlns:a16="http://schemas.microsoft.com/office/drawing/2014/main" id="{533EFD1F-9B7C-419E-BB06-9070D9DC46CB}"/>
              </a:ext>
            </a:extLst>
          </p:cNvPr>
          <p:cNvSpPr>
            <a:spLocks noGrp="1"/>
          </p:cNvSpPr>
          <p:nvPr/>
        </p:nvSpPr>
        <p:spPr>
          <a:xfrm>
            <a:off x="4543425" y="2895600"/>
            <a:ext cx="6372225" cy="285750"/>
          </a:xfrm>
          <a:prstGeom prst="rect">
            <a:avLst/>
          </a:prstGeom>
          <a:noFill/>
          <a:ln w="0">
            <a:noFill/>
          </a:ln>
        </p:spPr>
        <p:txBody>
          <a:bodyPr wrap="none" lIns="0" tIns="0" rIns="0" bIns="0" anchor="ctr">
            <a:noAutofit/>
          </a:bodyPr>
          <a:lstStyle/>
          <a:p>
            <a:pPr algn="l">
              <a:buNone/>
            </a:pPr>
            <a:r>
              <a:rPr sz="1350" b="0">
                <a:solidFill>
                  <a:schemeClr val="accent1">
                    <a:lumMod val="50000"/>
                  </a:schemeClr>
                </a:solidFill>
                <a:latin typeface="Malgun Gothic"/>
                <a:ea typeface="Malgun Gothic"/>
                <a:cs typeface="Malgun Gothic"/>
              </a:rPr>
              <a:t>Unity ECS · RMI/BRG · 2×2 비교 조건</a:t>
            </a:r>
          </a:p>
        </p:txBody>
      </p:sp>
      <p:sp>
        <p:nvSpPr>
          <p:cNvPr id="18" name="content-region">
            <a:extLst>
              <a:ext uri="{FF2B5EF4-FFF2-40B4-BE49-F238E27FC236}">
                <a16:creationId xmlns:a16="http://schemas.microsoft.com/office/drawing/2014/main" id="{DA8180F5-A34C-493D-8E39-7DACDB357EDA}"/>
              </a:ext>
            </a:extLst>
          </p:cNvPr>
          <p:cNvSpPr>
            <a:spLocks noGrp="1"/>
          </p:cNvSpPr>
          <p:nvPr/>
        </p:nvSpPr>
        <p:spPr>
          <a:xfrm>
            <a:off x="10886779" y="2492654"/>
            <a:ext cx="47625" cy="685800"/>
          </a:xfrm>
          <a:prstGeom prst="rect">
            <a:avLst/>
          </a:prstGeom>
          <a:solidFill>
            <a:srgbClr val="0075C9"/>
          </a:solidFill>
          <a:ln w="0">
            <a:noFill/>
          </a:ln>
        </p:spPr>
        <p:txBody>
          <a:bodyPr/>
          <a:lstStyle/>
          <a:p>
            <a:endParaRPr/>
          </a:p>
        </p:txBody>
      </p:sp>
      <p:sp>
        <p:nvSpPr>
          <p:cNvPr id="19" name="content-region">
            <a:extLst>
              <a:ext uri="{FF2B5EF4-FFF2-40B4-BE49-F238E27FC236}">
                <a16:creationId xmlns:a16="http://schemas.microsoft.com/office/drawing/2014/main" id="{F5DB84FA-5DDB-4D18-8EE0-95485F2C9CDE}"/>
              </a:ext>
            </a:extLst>
          </p:cNvPr>
          <p:cNvSpPr>
            <a:spLocks noGrp="1"/>
          </p:cNvSpPr>
          <p:nvPr/>
        </p:nvSpPr>
        <p:spPr>
          <a:xfrm>
            <a:off x="3333750" y="3657600"/>
            <a:ext cx="8058150" cy="1066800"/>
          </a:xfrm>
          <a:prstGeom prst="roundRect">
            <a:avLst>
              <a:gd name="adj" fmla="val 50000"/>
            </a:avLst>
          </a:prstGeom>
          <a:solidFill>
            <a:srgbClr val="FFFFFF"/>
          </a:solidFill>
          <a:ln w="9525">
            <a:solidFill>
              <a:srgbClr val="D5E1ED"/>
            </a:solidFill>
          </a:ln>
        </p:spPr>
        <p:txBody>
          <a:bodyPr/>
          <a:lstStyle/>
          <a:p>
            <a:endParaRPr/>
          </a:p>
        </p:txBody>
      </p:sp>
      <p:sp>
        <p:nvSpPr>
          <p:cNvPr id="20" name="content-region">
            <a:extLst>
              <a:ext uri="{FF2B5EF4-FFF2-40B4-BE49-F238E27FC236}">
                <a16:creationId xmlns:a16="http://schemas.microsoft.com/office/drawing/2014/main" id="{85A12DF5-F3FC-4EA8-AEEE-06FC34B03AAB}"/>
              </a:ext>
            </a:extLst>
          </p:cNvPr>
          <p:cNvSpPr>
            <a:spLocks noGrp="1"/>
          </p:cNvSpPr>
          <p:nvPr/>
        </p:nvSpPr>
        <p:spPr>
          <a:xfrm>
            <a:off x="3562350" y="3848100"/>
            <a:ext cx="685800" cy="685800"/>
          </a:xfrm>
          <a:prstGeom prst="roundRect">
            <a:avLst>
              <a:gd name="adj" fmla="val 50000"/>
            </a:avLst>
          </a:prstGeom>
          <a:solidFill>
            <a:srgbClr val="0075C9"/>
          </a:solidFill>
          <a:ln w="0">
            <a:noFill/>
          </a:ln>
        </p:spPr>
        <p:txBody>
          <a:bodyPr wrap="none" lIns="76200" tIns="47625" rIns="76200" bIns="47625" anchor="ctr">
            <a:noAutofit/>
          </a:bodyPr>
          <a:lstStyle/>
          <a:p>
            <a:pPr algn="ctr">
              <a:buNone/>
            </a:pPr>
            <a:r>
              <a:rPr sz="1800" b="1">
                <a:solidFill>
                  <a:srgbClr val="FFFFFF"/>
                </a:solidFill>
                <a:latin typeface="Malgun Gothic"/>
                <a:ea typeface="Malgun Gothic"/>
                <a:cs typeface="Malgun Gothic"/>
              </a:rPr>
              <a:t>03</a:t>
            </a:r>
          </a:p>
        </p:txBody>
      </p:sp>
      <p:sp>
        <p:nvSpPr>
          <p:cNvPr id="21" name="핵심 결과">
            <a:extLst>
              <a:ext uri="{FF2B5EF4-FFF2-40B4-BE49-F238E27FC236}">
                <a16:creationId xmlns:a16="http://schemas.microsoft.com/office/drawing/2014/main" id="{49D39147-0314-4412-9F80-6035F6DFEAB9}"/>
              </a:ext>
            </a:extLst>
          </p:cNvPr>
          <p:cNvSpPr>
            <a:spLocks noGrp="1"/>
          </p:cNvSpPr>
          <p:nvPr/>
        </p:nvSpPr>
        <p:spPr>
          <a:xfrm>
            <a:off x="4543425" y="3829050"/>
            <a:ext cx="6372225" cy="371475"/>
          </a:xfrm>
          <a:prstGeom prst="rect">
            <a:avLst/>
          </a:prstGeom>
          <a:noFill/>
          <a:ln w="0">
            <a:noFill/>
          </a:ln>
        </p:spPr>
        <p:txBody>
          <a:bodyPr wrap="none" lIns="0" tIns="0" rIns="0" bIns="0" anchor="ctr">
            <a:noAutofit/>
          </a:bodyPr>
          <a:lstStyle/>
          <a:p>
            <a:pPr algn="l">
              <a:buNone/>
            </a:pPr>
            <a:r>
              <a:rPr sz="2025" b="1">
                <a:solidFill>
                  <a:srgbClr val="143F90"/>
                </a:solidFill>
                <a:latin typeface="Malgun Gothic"/>
                <a:ea typeface="Malgun Gothic"/>
                <a:cs typeface="Malgun Gothic"/>
              </a:rPr>
              <a:t>핵심 결과</a:t>
            </a:r>
          </a:p>
        </p:txBody>
      </p:sp>
      <p:sp>
        <p:nvSpPr>
          <p:cNvPr id="22" name="논문 그래프 · 병목 변화 · 제출 구조 차이">
            <a:extLst>
              <a:ext uri="{FF2B5EF4-FFF2-40B4-BE49-F238E27FC236}">
                <a16:creationId xmlns:a16="http://schemas.microsoft.com/office/drawing/2014/main" id="{2F67C411-FB85-4C3D-8EB9-9EF9508BCA9D}"/>
              </a:ext>
            </a:extLst>
          </p:cNvPr>
          <p:cNvSpPr>
            <a:spLocks noGrp="1"/>
          </p:cNvSpPr>
          <p:nvPr/>
        </p:nvSpPr>
        <p:spPr>
          <a:xfrm>
            <a:off x="4543425" y="4238625"/>
            <a:ext cx="6372225" cy="285750"/>
          </a:xfrm>
          <a:prstGeom prst="rect">
            <a:avLst/>
          </a:prstGeom>
          <a:noFill/>
          <a:ln w="0">
            <a:noFill/>
          </a:ln>
        </p:spPr>
        <p:txBody>
          <a:bodyPr wrap="none" lIns="0" tIns="0" rIns="0" bIns="0" anchor="ctr">
            <a:noAutofit/>
          </a:bodyPr>
          <a:lstStyle/>
          <a:p>
            <a:pPr algn="l">
              <a:buNone/>
            </a:pPr>
            <a:r>
              <a:rPr sz="1350" b="0">
                <a:solidFill>
                  <a:schemeClr val="accent1">
                    <a:lumMod val="50000"/>
                  </a:schemeClr>
                </a:solidFill>
                <a:latin typeface="Malgun Gothic"/>
                <a:ea typeface="Malgun Gothic"/>
                <a:cs typeface="Malgun Gothic"/>
              </a:rPr>
              <a:t>논문 그래프 · 병목 변화 · 제출 구조 차이</a:t>
            </a:r>
          </a:p>
        </p:txBody>
      </p:sp>
      <p:sp>
        <p:nvSpPr>
          <p:cNvPr id="23" name="content-region">
            <a:extLst>
              <a:ext uri="{FF2B5EF4-FFF2-40B4-BE49-F238E27FC236}">
                <a16:creationId xmlns:a16="http://schemas.microsoft.com/office/drawing/2014/main" id="{04215358-6CEF-4448-97D9-91A5E6949D01}"/>
              </a:ext>
            </a:extLst>
          </p:cNvPr>
          <p:cNvSpPr>
            <a:spLocks noGrp="1"/>
          </p:cNvSpPr>
          <p:nvPr/>
        </p:nvSpPr>
        <p:spPr>
          <a:xfrm>
            <a:off x="10886778" y="3848100"/>
            <a:ext cx="47625" cy="685800"/>
          </a:xfrm>
          <a:prstGeom prst="rect">
            <a:avLst/>
          </a:prstGeom>
          <a:solidFill>
            <a:srgbClr val="00A651"/>
          </a:solidFill>
          <a:ln w="0">
            <a:noFill/>
          </a:ln>
        </p:spPr>
        <p:txBody>
          <a:bodyPr/>
          <a:lstStyle/>
          <a:p>
            <a:endParaRPr/>
          </a:p>
        </p:txBody>
      </p:sp>
      <p:sp>
        <p:nvSpPr>
          <p:cNvPr id="24" name="content-region">
            <a:extLst>
              <a:ext uri="{FF2B5EF4-FFF2-40B4-BE49-F238E27FC236}">
                <a16:creationId xmlns:a16="http://schemas.microsoft.com/office/drawing/2014/main" id="{4812B866-2CEF-4C08-ABBC-002F6A64CC8B}"/>
              </a:ext>
            </a:extLst>
          </p:cNvPr>
          <p:cNvSpPr>
            <a:spLocks noGrp="1"/>
          </p:cNvSpPr>
          <p:nvPr/>
        </p:nvSpPr>
        <p:spPr>
          <a:xfrm>
            <a:off x="3333750" y="5000625"/>
            <a:ext cx="8058150" cy="1066800"/>
          </a:xfrm>
          <a:prstGeom prst="roundRect">
            <a:avLst>
              <a:gd name="adj" fmla="val 50000"/>
            </a:avLst>
          </a:prstGeom>
          <a:solidFill>
            <a:srgbClr val="FFFFFF"/>
          </a:solidFill>
          <a:ln w="9525">
            <a:solidFill>
              <a:srgbClr val="D5E1ED"/>
            </a:solidFill>
          </a:ln>
        </p:spPr>
        <p:txBody>
          <a:bodyPr/>
          <a:lstStyle/>
          <a:p>
            <a:endParaRPr/>
          </a:p>
        </p:txBody>
      </p:sp>
      <p:sp>
        <p:nvSpPr>
          <p:cNvPr id="25" name="content-region">
            <a:extLst>
              <a:ext uri="{FF2B5EF4-FFF2-40B4-BE49-F238E27FC236}">
                <a16:creationId xmlns:a16="http://schemas.microsoft.com/office/drawing/2014/main" id="{32D2C866-35F8-43C0-8803-8C3420F61F37}"/>
              </a:ext>
            </a:extLst>
          </p:cNvPr>
          <p:cNvSpPr>
            <a:spLocks noGrp="1"/>
          </p:cNvSpPr>
          <p:nvPr/>
        </p:nvSpPr>
        <p:spPr>
          <a:xfrm>
            <a:off x="3562350" y="5191125"/>
            <a:ext cx="685800" cy="685800"/>
          </a:xfrm>
          <a:prstGeom prst="roundRect">
            <a:avLst>
              <a:gd name="adj" fmla="val 50000"/>
            </a:avLst>
          </a:prstGeom>
          <a:solidFill>
            <a:srgbClr val="143F90"/>
          </a:solidFill>
          <a:ln w="0">
            <a:noFill/>
          </a:ln>
        </p:spPr>
        <p:txBody>
          <a:bodyPr wrap="none" lIns="76200" tIns="47625" rIns="76200" bIns="47625" anchor="ctr">
            <a:noAutofit/>
          </a:bodyPr>
          <a:lstStyle/>
          <a:p>
            <a:pPr algn="ctr">
              <a:buNone/>
            </a:pPr>
            <a:r>
              <a:rPr sz="1800" b="1">
                <a:solidFill>
                  <a:srgbClr val="FFFFFF"/>
                </a:solidFill>
                <a:latin typeface="Malgun Gothic"/>
                <a:ea typeface="Malgun Gothic"/>
                <a:cs typeface="Malgun Gothic"/>
              </a:rPr>
              <a:t>04</a:t>
            </a:r>
          </a:p>
        </p:txBody>
      </p:sp>
      <p:sp>
        <p:nvSpPr>
          <p:cNvPr id="26" name="해석과 연구 성과">
            <a:extLst>
              <a:ext uri="{FF2B5EF4-FFF2-40B4-BE49-F238E27FC236}">
                <a16:creationId xmlns:a16="http://schemas.microsoft.com/office/drawing/2014/main" id="{5679995D-E0BE-4130-957E-40B02173559B}"/>
              </a:ext>
            </a:extLst>
          </p:cNvPr>
          <p:cNvSpPr>
            <a:spLocks noGrp="1"/>
          </p:cNvSpPr>
          <p:nvPr/>
        </p:nvSpPr>
        <p:spPr>
          <a:xfrm>
            <a:off x="4543425" y="5172075"/>
            <a:ext cx="6372225" cy="371475"/>
          </a:xfrm>
          <a:prstGeom prst="rect">
            <a:avLst/>
          </a:prstGeom>
          <a:noFill/>
          <a:ln w="0">
            <a:noFill/>
          </a:ln>
        </p:spPr>
        <p:txBody>
          <a:bodyPr wrap="none" lIns="0" tIns="0" rIns="0" bIns="0" anchor="ctr">
            <a:noAutofit/>
          </a:bodyPr>
          <a:lstStyle/>
          <a:p>
            <a:pPr algn="l">
              <a:buNone/>
            </a:pPr>
            <a:r>
              <a:rPr sz="2025" b="1">
                <a:solidFill>
                  <a:srgbClr val="143F90"/>
                </a:solidFill>
                <a:latin typeface="Malgun Gothic"/>
                <a:ea typeface="Malgun Gothic"/>
                <a:cs typeface="Malgun Gothic"/>
              </a:rPr>
              <a:t>해석과 연구 성과</a:t>
            </a:r>
          </a:p>
        </p:txBody>
      </p:sp>
      <p:sp>
        <p:nvSpPr>
          <p:cNvPr id="27" name="조건별 선택 · 적용 범위 · 게재 논문">
            <a:extLst>
              <a:ext uri="{FF2B5EF4-FFF2-40B4-BE49-F238E27FC236}">
                <a16:creationId xmlns:a16="http://schemas.microsoft.com/office/drawing/2014/main" id="{CBECCD80-FCF8-4405-BF5B-70AE5B2F2DAC}"/>
              </a:ext>
            </a:extLst>
          </p:cNvPr>
          <p:cNvSpPr>
            <a:spLocks noGrp="1"/>
          </p:cNvSpPr>
          <p:nvPr/>
        </p:nvSpPr>
        <p:spPr>
          <a:xfrm>
            <a:off x="4543425" y="5581650"/>
            <a:ext cx="6372225" cy="285750"/>
          </a:xfrm>
          <a:prstGeom prst="rect">
            <a:avLst/>
          </a:prstGeom>
          <a:noFill/>
          <a:ln w="0">
            <a:noFill/>
          </a:ln>
        </p:spPr>
        <p:txBody>
          <a:bodyPr wrap="none" lIns="0" tIns="0" rIns="0" bIns="0" anchor="ctr">
            <a:noAutofit/>
          </a:bodyPr>
          <a:lstStyle/>
          <a:p>
            <a:pPr algn="l">
              <a:buNone/>
            </a:pPr>
            <a:r>
              <a:rPr sz="1350" b="0">
                <a:solidFill>
                  <a:schemeClr val="accent1">
                    <a:lumMod val="50000"/>
                  </a:schemeClr>
                </a:solidFill>
                <a:latin typeface="Malgun Gothic"/>
                <a:ea typeface="Malgun Gothic"/>
                <a:cs typeface="Malgun Gothic"/>
              </a:rPr>
              <a:t>조건별 선택 · 적용 범위 · 게재 논문</a:t>
            </a:r>
          </a:p>
        </p:txBody>
      </p:sp>
      <p:sp>
        <p:nvSpPr>
          <p:cNvPr id="28" name="content-region">
            <a:extLst>
              <a:ext uri="{FF2B5EF4-FFF2-40B4-BE49-F238E27FC236}">
                <a16:creationId xmlns:a16="http://schemas.microsoft.com/office/drawing/2014/main" id="{7E3B1781-260C-4990-AD12-3FFB5E457DAC}"/>
              </a:ext>
            </a:extLst>
          </p:cNvPr>
          <p:cNvSpPr>
            <a:spLocks noGrp="1"/>
          </p:cNvSpPr>
          <p:nvPr/>
        </p:nvSpPr>
        <p:spPr>
          <a:xfrm>
            <a:off x="10910491" y="5181600"/>
            <a:ext cx="47625" cy="685800"/>
          </a:xfrm>
          <a:prstGeom prst="rect">
            <a:avLst/>
          </a:prstGeom>
          <a:solidFill>
            <a:srgbClr val="0075C9"/>
          </a:solidFill>
          <a:ln w="0">
            <a:noFill/>
          </a:ln>
        </p:spPr>
        <p:txBody>
          <a:bodyPr/>
          <a:lstStyle/>
          <a:p>
            <a:endParaRPr/>
          </a:p>
        </p:txBody>
      </p:sp>
      <p:sp>
        <p:nvSpPr>
          <p:cNvPr id="29" name="02 / 08">
            <a:extLst>
              <a:ext uri="{FF2B5EF4-FFF2-40B4-BE49-F238E27FC236}">
                <a16:creationId xmlns:a16="http://schemas.microsoft.com/office/drawing/2014/main" id="{F1D3B070-7859-4770-8515-159F1A37F864}"/>
              </a:ext>
            </a:extLst>
          </p:cNvPr>
          <p:cNvSpPr>
            <a:spLocks noGrp="1"/>
          </p:cNvSpPr>
          <p:nvPr/>
        </p:nvSpPr>
        <p:spPr>
          <a:xfrm>
            <a:off x="10982325" y="6429080"/>
            <a:ext cx="819150" cy="238125"/>
          </a:xfrm>
          <a:prstGeom prst="rect">
            <a:avLst/>
          </a:prstGeom>
          <a:noFill/>
          <a:ln w="0">
            <a:noFill/>
          </a:ln>
        </p:spPr>
        <p:txBody>
          <a:bodyPr wrap="none" lIns="0" tIns="0" rIns="0" bIns="0" anchor="ctr">
            <a:noAutofit/>
          </a:bodyPr>
          <a:lstStyle/>
          <a:p>
            <a:pPr algn="r">
              <a:buNone/>
            </a:pPr>
            <a:r>
              <a:rPr sz="1125" b="0">
                <a:solidFill>
                  <a:srgbClr val="657B8F"/>
                </a:solidFill>
                <a:latin typeface="Malgun Gothic"/>
                <a:ea typeface="Malgun Gothic"/>
                <a:cs typeface="Malgun Gothic"/>
              </a:rPr>
              <a:t>02 / 10</a:t>
            </a:r>
          </a:p>
        </p:txBody>
      </p:sp>
    </p:spTree>
    <p:extLst>
      <p:ext uri="{BB962C8B-B14F-4D97-AF65-F5344CB8AC3E}">
        <p14:creationId xmlns:p14="http://schemas.microsoft.com/office/powerpoint/2010/main" val="417690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7" name="content-region">
            <a:extLst>
              <a:ext uri="{FF2B5EF4-FFF2-40B4-BE49-F238E27FC236}">
                <a16:creationId xmlns:a16="http://schemas.microsoft.com/office/drawing/2014/main" id="{036E91E3-C93A-4CCC-AF48-A3658C45861C}"/>
              </a:ext>
            </a:extLst>
          </p:cNvPr>
          <p:cNvSpPr>
            <a:spLocks noGrp="1"/>
          </p:cNvSpPr>
          <p:nvPr/>
        </p:nvSpPr>
        <p:spPr>
          <a:xfrm>
            <a:off x="457200" y="1257300"/>
            <a:ext cx="5505450" cy="2695575"/>
          </a:xfrm>
          <a:prstGeom prst="roundRect">
            <a:avLst>
              <a:gd name="adj" fmla="val 0"/>
            </a:avLst>
          </a:prstGeom>
          <a:solidFill>
            <a:srgbClr val="FFFFFF"/>
          </a:solidFill>
          <a:ln w="9525">
            <a:solidFill>
              <a:srgbClr val="D5E1ED"/>
            </a:solidFill>
          </a:ln>
        </p:spPr>
        <p:txBody>
          <a:bodyPr/>
          <a:lstStyle/>
          <a:p>
            <a:endParaRPr/>
          </a:p>
        </p:txBody>
      </p:sp>
      <p:sp>
        <p:nvSpPr>
          <p:cNvPr id="8" name="content-region">
            <a:extLst>
              <a:ext uri="{FF2B5EF4-FFF2-40B4-BE49-F238E27FC236}">
                <a16:creationId xmlns:a16="http://schemas.microsoft.com/office/drawing/2014/main" id="{A58D6A25-1F6D-4EFA-9F2F-C7D9BC2AA741}"/>
              </a:ext>
            </a:extLst>
          </p:cNvPr>
          <p:cNvSpPr>
            <a:spLocks noGrp="1"/>
          </p:cNvSpPr>
          <p:nvPr/>
        </p:nvSpPr>
        <p:spPr>
          <a:xfrm>
            <a:off x="6229350" y="1257300"/>
            <a:ext cx="5505450" cy="2695575"/>
          </a:xfrm>
          <a:prstGeom prst="roundRect">
            <a:avLst>
              <a:gd name="adj" fmla="val 0"/>
            </a:avLst>
          </a:prstGeom>
          <a:solidFill>
            <a:srgbClr val="FFFFFF"/>
          </a:solidFill>
          <a:ln w="9525">
            <a:solidFill>
              <a:srgbClr val="D5E1ED"/>
            </a:solidFill>
          </a:ln>
        </p:spPr>
        <p:txBody>
          <a:bodyPr/>
          <a:lstStyle/>
          <a:p>
            <a:endParaRPr/>
          </a:p>
        </p:txBody>
      </p:sp>
      <p:sp>
        <p:nvSpPr>
          <p:cNvPr id="11" name="영화  ·  대규모 장면">
            <a:extLst>
              <a:ext uri="{FF2B5EF4-FFF2-40B4-BE49-F238E27FC236}">
                <a16:creationId xmlns:a16="http://schemas.microsoft.com/office/drawing/2014/main" id="{DEC728C0-EAD6-463D-B6FA-8F5826841B18}"/>
              </a:ext>
            </a:extLst>
          </p:cNvPr>
          <p:cNvSpPr>
            <a:spLocks noGrp="1"/>
          </p:cNvSpPr>
          <p:nvPr/>
        </p:nvSpPr>
        <p:spPr>
          <a:xfrm>
            <a:off x="685800" y="3643312"/>
            <a:ext cx="5162550" cy="190500"/>
          </a:xfrm>
          <a:prstGeom prst="rect">
            <a:avLst/>
          </a:prstGeom>
          <a:noFill/>
          <a:ln w="0">
            <a:noFill/>
          </a:ln>
        </p:spPr>
        <p:txBody>
          <a:bodyPr wrap="none" lIns="0" tIns="0" rIns="0" bIns="0" anchor="ctr">
            <a:noAutofit/>
          </a:bodyPr>
          <a:lstStyle/>
          <a:p>
            <a:pPr algn="ctr">
              <a:buNone/>
            </a:pPr>
            <a:r>
              <a:rPr sz="1050">
                <a:solidFill>
                  <a:schemeClr val="tx1">
                    <a:lumMod val="95000"/>
                    <a:lumOff val="5000"/>
                  </a:schemeClr>
                </a:solidFill>
                <a:latin typeface="Malgun Gothic"/>
                <a:ea typeface="Malgun Gothic"/>
                <a:cs typeface="Malgun Gothic"/>
              </a:rPr>
              <a:t>영화</a:t>
            </a:r>
          </a:p>
        </p:txBody>
      </p:sp>
      <p:sp>
        <p:nvSpPr>
          <p:cNvPr id="13" name="content-region">
            <a:extLst>
              <a:ext uri="{FF2B5EF4-FFF2-40B4-BE49-F238E27FC236}">
                <a16:creationId xmlns:a16="http://schemas.microsoft.com/office/drawing/2014/main" id="{C0477B94-4C6B-493E-802B-2AAD2F6631D9}"/>
              </a:ext>
            </a:extLst>
          </p:cNvPr>
          <p:cNvSpPr>
            <a:spLocks noGrp="1"/>
          </p:cNvSpPr>
          <p:nvPr/>
        </p:nvSpPr>
        <p:spPr>
          <a:xfrm>
            <a:off x="457200" y="4143375"/>
            <a:ext cx="11277600" cy="1114425"/>
          </a:xfrm>
          <a:prstGeom prst="roundRect">
            <a:avLst>
              <a:gd name="adj" fmla="val 13675"/>
            </a:avLst>
          </a:prstGeom>
          <a:solidFill>
            <a:srgbClr val="FFFFFF"/>
          </a:solidFill>
          <a:ln w="9525">
            <a:solidFill>
              <a:srgbClr val="D5E1ED"/>
            </a:solidFill>
          </a:ln>
        </p:spPr>
        <p:txBody>
          <a:bodyPr/>
          <a:lstStyle/>
          <a:p>
            <a:endParaRPr/>
          </a:p>
        </p:txBody>
      </p:sp>
      <p:sp>
        <p:nvSpPr>
          <p:cNvPr id="14" name="객체 수 증가">
            <a:extLst>
              <a:ext uri="{FF2B5EF4-FFF2-40B4-BE49-F238E27FC236}">
                <a16:creationId xmlns:a16="http://schemas.microsoft.com/office/drawing/2014/main" id="{791E255E-8467-4A63-9BA2-A082DC4BD329}"/>
              </a:ext>
            </a:extLst>
          </p:cNvPr>
          <p:cNvSpPr>
            <a:spLocks noGrp="1"/>
          </p:cNvSpPr>
          <p:nvPr/>
        </p:nvSpPr>
        <p:spPr>
          <a:xfrm>
            <a:off x="742950" y="4405312"/>
            <a:ext cx="1581150" cy="590550"/>
          </a:xfrm>
          <a:prstGeom prst="rect">
            <a:avLst/>
          </a:prstGeom>
          <a:noFill/>
          <a:ln w="0">
            <a:noFill/>
          </a:ln>
        </p:spPr>
        <p:txBody>
          <a:bodyPr wrap="none" lIns="0" tIns="0" rIns="0" bIns="0" anchor="ctr">
            <a:noAutofit/>
          </a:bodyPr>
          <a:lstStyle/>
          <a:p>
            <a:pPr algn="l">
              <a:buNone/>
            </a:pPr>
            <a:r>
              <a:rPr sz="1875" b="1">
                <a:solidFill>
                  <a:srgbClr val="143F90"/>
                </a:solidFill>
                <a:latin typeface="Malgun Gothic"/>
                <a:ea typeface="Malgun Gothic"/>
                <a:cs typeface="Malgun Gothic"/>
              </a:rPr>
              <a:t>객체 수 증가</a:t>
            </a:r>
          </a:p>
        </p:txBody>
      </p:sp>
      <p:sp>
        <p:nvSpPr>
          <p:cNvPr id="15" name="content-region">
            <a:extLst>
              <a:ext uri="{FF2B5EF4-FFF2-40B4-BE49-F238E27FC236}">
                <a16:creationId xmlns:a16="http://schemas.microsoft.com/office/drawing/2014/main" id="{8D6A24E5-C7DE-46DF-B75F-E4A187D56D5F}"/>
              </a:ext>
            </a:extLst>
          </p:cNvPr>
          <p:cNvSpPr>
            <a:spLocks noGrp="1"/>
          </p:cNvSpPr>
          <p:nvPr/>
        </p:nvSpPr>
        <p:spPr>
          <a:xfrm>
            <a:off x="2443162" y="4248150"/>
            <a:ext cx="2724150" cy="892175"/>
          </a:xfrm>
          <a:prstGeom prst="roundRect">
            <a:avLst>
              <a:gd name="adj" fmla="val 22222"/>
            </a:avLst>
          </a:prstGeom>
          <a:solidFill>
            <a:srgbClr val="EAF3FB"/>
          </a:solidFill>
          <a:ln w="0">
            <a:noFill/>
          </a:ln>
        </p:spPr>
        <p:txBody>
          <a:bodyPr wrap="none" lIns="76200" tIns="47625" rIns="76200" bIns="47625" anchor="t">
            <a:noAutofit/>
          </a:bodyPr>
          <a:lstStyle/>
          <a:p>
            <a:pPr algn="ctr">
              <a:buNone/>
            </a:pPr>
            <a:r>
              <a:rPr sz="1950" b="1">
                <a:solidFill>
                  <a:srgbClr val="143F90"/>
                </a:solidFill>
                <a:latin typeface="Malgun Gothic"/>
                <a:ea typeface="Malgun Gothic"/>
                <a:cs typeface="Malgun Gothic"/>
              </a:rPr>
              <a:t>상태 갱신</a:t>
            </a:r>
          </a:p>
        </p:txBody>
      </p:sp>
      <p:sp>
        <p:nvSpPr>
          <p:cNvPr id="16" name="content-region">
            <a:extLst>
              <a:ext uri="{FF2B5EF4-FFF2-40B4-BE49-F238E27FC236}">
                <a16:creationId xmlns:a16="http://schemas.microsoft.com/office/drawing/2014/main" id="{41962690-EE17-44FE-A0DF-014A95D441C7}"/>
              </a:ext>
            </a:extLst>
          </p:cNvPr>
          <p:cNvSpPr>
            <a:spLocks noGrp="1"/>
          </p:cNvSpPr>
          <p:nvPr/>
        </p:nvSpPr>
        <p:spPr>
          <a:xfrm>
            <a:off x="5686425" y="4248150"/>
            <a:ext cx="2543175" cy="892175"/>
          </a:xfrm>
          <a:prstGeom prst="roundRect">
            <a:avLst>
              <a:gd name="adj" fmla="val 22222"/>
            </a:avLst>
          </a:prstGeom>
          <a:solidFill>
            <a:srgbClr val="EAF3FB"/>
          </a:solidFill>
          <a:ln w="0">
            <a:noFill/>
          </a:ln>
        </p:spPr>
        <p:txBody>
          <a:bodyPr wrap="none" lIns="76200" tIns="47625" rIns="76200" bIns="47625" anchor="t">
            <a:noAutofit/>
          </a:bodyPr>
          <a:lstStyle/>
          <a:p>
            <a:pPr algn="ctr">
              <a:buNone/>
            </a:pPr>
            <a:r>
              <a:rPr sz="1950" b="1">
                <a:solidFill>
                  <a:srgbClr val="143F90"/>
                </a:solidFill>
                <a:latin typeface="Malgun Gothic"/>
                <a:ea typeface="Malgun Gothic"/>
                <a:cs typeface="Malgun Gothic"/>
              </a:rPr>
              <a:t>인스턴스 데이터</a:t>
            </a:r>
          </a:p>
        </p:txBody>
      </p:sp>
      <p:sp>
        <p:nvSpPr>
          <p:cNvPr id="17" name="content-region">
            <a:extLst>
              <a:ext uri="{FF2B5EF4-FFF2-40B4-BE49-F238E27FC236}">
                <a16:creationId xmlns:a16="http://schemas.microsoft.com/office/drawing/2014/main" id="{22109820-2538-4C54-ACE7-75B2419C138E}"/>
              </a:ext>
            </a:extLst>
          </p:cNvPr>
          <p:cNvSpPr>
            <a:spLocks noGrp="1"/>
          </p:cNvSpPr>
          <p:nvPr/>
        </p:nvSpPr>
        <p:spPr>
          <a:xfrm>
            <a:off x="8839200" y="4248150"/>
            <a:ext cx="2657475" cy="892175"/>
          </a:xfrm>
          <a:prstGeom prst="roundRect">
            <a:avLst>
              <a:gd name="adj" fmla="val 22222"/>
            </a:avLst>
          </a:prstGeom>
          <a:solidFill>
            <a:srgbClr val="EAF3FB"/>
          </a:solidFill>
          <a:ln w="0">
            <a:noFill/>
          </a:ln>
        </p:spPr>
        <p:txBody>
          <a:bodyPr wrap="none" lIns="76200" tIns="47625" rIns="76200" bIns="47625" anchor="t">
            <a:noAutofit/>
          </a:bodyPr>
          <a:lstStyle/>
          <a:p>
            <a:pPr algn="ctr">
              <a:buNone/>
            </a:pPr>
            <a:r>
              <a:rPr sz="1950" b="1">
                <a:solidFill>
                  <a:srgbClr val="143F90"/>
                </a:solidFill>
                <a:latin typeface="Malgun Gothic"/>
                <a:ea typeface="Malgun Gothic"/>
                <a:cs typeface="Malgun Gothic"/>
              </a:rPr>
              <a:t>렌더링 명령</a:t>
            </a:r>
          </a:p>
        </p:txBody>
      </p:sp>
      <p:sp>
        <p:nvSpPr>
          <p:cNvPr id="18" name="화살표: 오른쪽 17">
            <a:extLst>
              <a:ext uri="{FF2B5EF4-FFF2-40B4-BE49-F238E27FC236}">
                <a16:creationId xmlns:a16="http://schemas.microsoft.com/office/drawing/2014/main" id="{DC2836F3-4C28-40BA-9FBB-FF635B0AC65E}"/>
              </a:ext>
            </a:extLst>
          </p:cNvPr>
          <p:cNvSpPr>
            <a:spLocks noGrp="1"/>
          </p:cNvSpPr>
          <p:nvPr/>
        </p:nvSpPr>
        <p:spPr>
          <a:xfrm>
            <a:off x="5281613" y="4676774"/>
            <a:ext cx="314325" cy="161925"/>
          </a:xfrm>
          <a:prstGeom prst="rightArrow">
            <a:avLst/>
          </a:prstGeom>
          <a:solidFill>
            <a:srgbClr val="0075C9"/>
          </a:solidFill>
          <a:ln w="0">
            <a:noFill/>
          </a:ln>
        </p:spPr>
        <p:txBody>
          <a:bodyPr/>
          <a:lstStyle/>
          <a:p>
            <a:endParaRPr/>
          </a:p>
        </p:txBody>
      </p:sp>
      <p:sp>
        <p:nvSpPr>
          <p:cNvPr id="19" name="화살표: 오른쪽 18">
            <a:extLst>
              <a:ext uri="{FF2B5EF4-FFF2-40B4-BE49-F238E27FC236}">
                <a16:creationId xmlns:a16="http://schemas.microsoft.com/office/drawing/2014/main" id="{149D80F8-0192-4625-950C-33D5596CB515}"/>
              </a:ext>
            </a:extLst>
          </p:cNvPr>
          <p:cNvSpPr>
            <a:spLocks noGrp="1"/>
          </p:cNvSpPr>
          <p:nvPr/>
        </p:nvSpPr>
        <p:spPr>
          <a:xfrm>
            <a:off x="8377237" y="4619624"/>
            <a:ext cx="314325" cy="161925"/>
          </a:xfrm>
          <a:prstGeom prst="rightArrow">
            <a:avLst/>
          </a:prstGeom>
          <a:solidFill>
            <a:srgbClr val="0075C9"/>
          </a:solidFill>
          <a:ln w="0">
            <a:noFill/>
          </a:ln>
        </p:spPr>
        <p:txBody>
          <a:bodyPr/>
          <a:lstStyle/>
          <a:p>
            <a:endParaRPr/>
          </a:p>
        </p:txBody>
      </p:sp>
      <p:sp>
        <p:nvSpPr>
          <p:cNvPr id="20" name="위치·방향·행동·애니메이션">
            <a:extLst>
              <a:ext uri="{FF2B5EF4-FFF2-40B4-BE49-F238E27FC236}">
                <a16:creationId xmlns:a16="http://schemas.microsoft.com/office/drawing/2014/main" id="{CE4159FA-B01F-4DA0-A122-BC7113A1A2B9}"/>
              </a:ext>
            </a:extLst>
          </p:cNvPr>
          <p:cNvSpPr>
            <a:spLocks noGrp="1"/>
          </p:cNvSpPr>
          <p:nvPr/>
        </p:nvSpPr>
        <p:spPr>
          <a:xfrm>
            <a:off x="2533650" y="4751387"/>
            <a:ext cx="2543175" cy="247650"/>
          </a:xfrm>
          <a:prstGeom prst="rect">
            <a:avLst/>
          </a:prstGeom>
          <a:noFill/>
          <a:ln w="0">
            <a:noFill/>
          </a:ln>
        </p:spPr>
        <p:txBody>
          <a:bodyPr wrap="none" lIns="0" tIns="0" rIns="0" bIns="0" anchor="ctr">
            <a:noAutofit/>
          </a:bodyPr>
          <a:lstStyle/>
          <a:p>
            <a:pPr algn="ctr">
              <a:buNone/>
            </a:pPr>
            <a:r>
              <a:rPr sz="1400" b="0">
                <a:solidFill>
                  <a:srgbClr val="143F90"/>
                </a:solidFill>
                <a:latin typeface="Malgun Gothic"/>
                <a:ea typeface="Malgun Gothic"/>
                <a:cs typeface="Malgun Gothic"/>
              </a:rPr>
              <a:t>위치 · 방향 · 행동 · 애니메이션</a:t>
            </a:r>
          </a:p>
        </p:txBody>
      </p:sp>
      <p:sp>
        <p:nvSpPr>
          <p:cNvPr id="21" name="구성·전송">
            <a:extLst>
              <a:ext uri="{FF2B5EF4-FFF2-40B4-BE49-F238E27FC236}">
                <a16:creationId xmlns:a16="http://schemas.microsoft.com/office/drawing/2014/main" id="{2FFDD5C0-6F77-44B3-B760-C04E0E8F5909}"/>
              </a:ext>
            </a:extLst>
          </p:cNvPr>
          <p:cNvSpPr>
            <a:spLocks noGrp="1"/>
          </p:cNvSpPr>
          <p:nvPr/>
        </p:nvSpPr>
        <p:spPr>
          <a:xfrm>
            <a:off x="5686425" y="4757737"/>
            <a:ext cx="2543175" cy="247650"/>
          </a:xfrm>
          <a:prstGeom prst="rect">
            <a:avLst/>
          </a:prstGeom>
          <a:noFill/>
          <a:ln w="0">
            <a:noFill/>
          </a:ln>
        </p:spPr>
        <p:txBody>
          <a:bodyPr wrap="none" lIns="0" tIns="0" rIns="0" bIns="0" anchor="ctr">
            <a:noAutofit/>
          </a:bodyPr>
          <a:lstStyle/>
          <a:p>
            <a:pPr algn="ctr">
              <a:buNone/>
            </a:pPr>
            <a:r>
              <a:rPr sz="1400" b="0">
                <a:solidFill>
                  <a:srgbClr val="143F90"/>
                </a:solidFill>
                <a:latin typeface="Malgun Gothic"/>
                <a:ea typeface="Malgun Gothic"/>
                <a:cs typeface="Malgun Gothic"/>
              </a:rPr>
              <a:t>구성 · 전송</a:t>
            </a:r>
          </a:p>
        </p:txBody>
      </p:sp>
      <p:sp>
        <p:nvSpPr>
          <p:cNvPr id="22" name="구성·제출">
            <a:extLst>
              <a:ext uri="{FF2B5EF4-FFF2-40B4-BE49-F238E27FC236}">
                <a16:creationId xmlns:a16="http://schemas.microsoft.com/office/drawing/2014/main" id="{C7CC7325-888E-4D7A-A95D-C53DDCE8142A}"/>
              </a:ext>
            </a:extLst>
          </p:cNvPr>
          <p:cNvSpPr>
            <a:spLocks noGrp="1"/>
          </p:cNvSpPr>
          <p:nvPr/>
        </p:nvSpPr>
        <p:spPr>
          <a:xfrm>
            <a:off x="8839200" y="4757737"/>
            <a:ext cx="2657475" cy="247650"/>
          </a:xfrm>
          <a:prstGeom prst="rect">
            <a:avLst/>
          </a:prstGeom>
          <a:noFill/>
          <a:ln w="0">
            <a:noFill/>
          </a:ln>
        </p:spPr>
        <p:txBody>
          <a:bodyPr wrap="none" lIns="0" tIns="0" rIns="0" bIns="0" anchor="ctr">
            <a:noAutofit/>
          </a:bodyPr>
          <a:lstStyle/>
          <a:p>
            <a:pPr algn="ctr">
              <a:buNone/>
            </a:pPr>
            <a:r>
              <a:rPr sz="1400" b="0">
                <a:solidFill>
                  <a:srgbClr val="143F90"/>
                </a:solidFill>
                <a:latin typeface="Malgun Gothic"/>
                <a:ea typeface="Malgun Gothic"/>
                <a:cs typeface="Malgun Gothic"/>
              </a:rPr>
              <a:t>구성 · 제출</a:t>
            </a:r>
          </a:p>
        </p:txBody>
      </p:sp>
      <p:sp>
        <p:nvSpPr>
          <p:cNvPr id="23" name="content-region">
            <a:extLst>
              <a:ext uri="{FF2B5EF4-FFF2-40B4-BE49-F238E27FC236}">
                <a16:creationId xmlns:a16="http://schemas.microsoft.com/office/drawing/2014/main" id="{CE36F290-DD77-4494-9B3E-B9C8AD5EFE3D}"/>
              </a:ext>
            </a:extLst>
          </p:cNvPr>
          <p:cNvSpPr>
            <a:spLocks noGrp="1"/>
          </p:cNvSpPr>
          <p:nvPr/>
        </p:nvSpPr>
        <p:spPr>
          <a:xfrm>
            <a:off x="457200" y="5505450"/>
            <a:ext cx="11277600" cy="1057275"/>
          </a:xfrm>
          <a:prstGeom prst="roundRect">
            <a:avLst>
              <a:gd name="adj" fmla="val 14414"/>
            </a:avLst>
          </a:prstGeom>
          <a:solidFill>
            <a:srgbClr val="143F90"/>
          </a:solidFill>
          <a:ln w="9525">
            <a:solidFill>
              <a:srgbClr val="143F90"/>
            </a:solidFill>
          </a:ln>
        </p:spPr>
        <p:txBody>
          <a:bodyPr/>
          <a:lstStyle/>
          <a:p>
            <a:endParaRPr/>
          </a:p>
        </p:txBody>
      </p:sp>
      <p:sp>
        <p:nvSpPr>
          <p:cNvPr id="24" name="연구 질문">
            <a:extLst>
              <a:ext uri="{FF2B5EF4-FFF2-40B4-BE49-F238E27FC236}">
                <a16:creationId xmlns:a16="http://schemas.microsoft.com/office/drawing/2014/main" id="{ACE2D0A2-B72F-44D2-BFE5-DBA61F1C1898}"/>
              </a:ext>
            </a:extLst>
          </p:cNvPr>
          <p:cNvSpPr>
            <a:spLocks noGrp="1"/>
          </p:cNvSpPr>
          <p:nvPr/>
        </p:nvSpPr>
        <p:spPr>
          <a:xfrm>
            <a:off x="781050" y="5834062"/>
            <a:ext cx="1428750" cy="400050"/>
          </a:xfrm>
          <a:prstGeom prst="rect">
            <a:avLst/>
          </a:prstGeom>
          <a:noFill/>
          <a:ln w="0">
            <a:noFill/>
          </a:ln>
        </p:spPr>
        <p:txBody>
          <a:bodyPr wrap="none" lIns="0" tIns="0" rIns="0" bIns="0" anchor="ctr">
            <a:noAutofit/>
          </a:bodyPr>
          <a:lstStyle/>
          <a:p>
            <a:pPr algn="l">
              <a:buNone/>
            </a:pPr>
            <a:r>
              <a:rPr sz="1950" b="1">
                <a:solidFill>
                  <a:schemeClr val="accent4">
                    <a:lumMod val="20000"/>
                    <a:lumOff val="80000"/>
                  </a:schemeClr>
                </a:solidFill>
                <a:latin typeface="Malgun Gothic"/>
                <a:ea typeface="Malgun Gothic"/>
                <a:cs typeface="Malgun Gothic"/>
              </a:rPr>
              <a:t>연구 질문</a:t>
            </a:r>
          </a:p>
        </p:txBody>
      </p:sp>
      <p:sp>
        <p:nvSpPr>
          <p:cNvPr id="25" name="동일한 ECS 시뮬레이션에서 렌더링 경로와 제출 구조는 프레임 성능에 어떤 차이를 만드는가?">
            <a:extLst>
              <a:ext uri="{FF2B5EF4-FFF2-40B4-BE49-F238E27FC236}">
                <a16:creationId xmlns:a16="http://schemas.microsoft.com/office/drawing/2014/main" id="{A4895EB3-29F7-481A-8C66-362CE7A30E33}"/>
              </a:ext>
            </a:extLst>
          </p:cNvPr>
          <p:cNvSpPr>
            <a:spLocks noGrp="1"/>
          </p:cNvSpPr>
          <p:nvPr/>
        </p:nvSpPr>
        <p:spPr>
          <a:xfrm>
            <a:off x="2343150" y="5667375"/>
            <a:ext cx="9067800" cy="742950"/>
          </a:xfrm>
          <a:prstGeom prst="rect">
            <a:avLst/>
          </a:prstGeom>
          <a:noFill/>
          <a:ln w="0">
            <a:noFill/>
          </a:ln>
        </p:spPr>
        <p:txBody>
          <a:bodyPr wrap="none" lIns="0" tIns="0" rIns="0" bIns="0" anchor="ctr">
            <a:noAutofit/>
          </a:bodyPr>
          <a:lstStyle/>
          <a:p>
            <a:pPr algn="ctr">
              <a:buNone/>
            </a:pPr>
            <a:r>
              <a:rPr>
                <a:solidFill>
                  <a:srgbClr val="FFFFFF"/>
                </a:solidFill>
                <a:latin typeface="Malgun Gothic"/>
                <a:ea typeface="Malgun Gothic"/>
                <a:cs typeface="Malgun Gothic"/>
              </a:rPr>
              <a:t>동일한 ECS 시뮬레이션에서 </a:t>
            </a:r>
            <a:r>
              <a:rPr b="1">
                <a:solidFill>
                  <a:srgbClr val="00A651"/>
                </a:solidFill>
                <a:latin typeface="Malgun Gothic"/>
                <a:ea typeface="Malgun Gothic"/>
                <a:cs typeface="Malgun Gothic"/>
              </a:rPr>
              <a:t>렌더링 경로</a:t>
            </a:r>
            <a:r>
              <a:rPr>
                <a:solidFill>
                  <a:srgbClr val="FFFFFF"/>
                </a:solidFill>
                <a:latin typeface="Malgun Gothic"/>
                <a:ea typeface="Malgun Gothic"/>
                <a:cs typeface="Malgun Gothic"/>
              </a:rPr>
              <a:t>와 </a:t>
            </a:r>
            <a:r>
              <a:rPr b="1">
                <a:solidFill>
                  <a:srgbClr val="00A651"/>
                </a:solidFill>
                <a:latin typeface="Malgun Gothic"/>
                <a:ea typeface="Malgun Gothic"/>
                <a:cs typeface="Malgun Gothic"/>
              </a:rPr>
              <a:t>제출 구조</a:t>
            </a:r>
            <a:r>
              <a:rPr>
                <a:solidFill>
                  <a:srgbClr val="FFFFFF"/>
                </a:solidFill>
                <a:latin typeface="Malgun Gothic"/>
                <a:ea typeface="Malgun Gothic"/>
                <a:cs typeface="Malgun Gothic"/>
              </a:rPr>
              <a:t>는</a:t>
            </a:r>
          </a:p>
          <a:p>
            <a:pPr algn="ctr">
              <a:buNone/>
            </a:pPr>
            <a:r>
              <a:rPr b="1">
                <a:solidFill>
                  <a:srgbClr val="FFFFFF"/>
                </a:solidFill>
                <a:latin typeface="Malgun Gothic"/>
                <a:ea typeface="Malgun Gothic"/>
                <a:cs typeface="Malgun Gothic"/>
              </a:rPr>
              <a:t>프레임 성능</a:t>
            </a:r>
            <a:r>
              <a:rPr>
                <a:solidFill>
                  <a:srgbClr val="FFFFFF"/>
                </a:solidFill>
                <a:latin typeface="Malgun Gothic"/>
                <a:ea typeface="Malgun Gothic"/>
                <a:cs typeface="Malgun Gothic"/>
              </a:rPr>
              <a:t>에 어떤 차이를 만드는가?</a:t>
            </a:r>
          </a:p>
        </p:txBody>
      </p:sp>
      <p:sp>
        <p:nvSpPr>
          <p:cNvPr id="10" name="영화  ·  대규모 장면">
            <a:extLst>
              <a:ext uri="{FF2B5EF4-FFF2-40B4-BE49-F238E27FC236}">
                <a16:creationId xmlns:a16="http://schemas.microsoft.com/office/drawing/2014/main" id="{353C5CE7-DF2C-3A05-73F5-C2C5BBFEC0A3}"/>
              </a:ext>
            </a:extLst>
          </p:cNvPr>
          <p:cNvSpPr>
            <a:spLocks noGrp="1"/>
          </p:cNvSpPr>
          <p:nvPr/>
        </p:nvSpPr>
        <p:spPr>
          <a:xfrm>
            <a:off x="6400800" y="3627437"/>
            <a:ext cx="5162550" cy="190500"/>
          </a:xfrm>
          <a:prstGeom prst="rect">
            <a:avLst/>
          </a:prstGeom>
          <a:noFill/>
          <a:ln w="0">
            <a:noFill/>
          </a:ln>
        </p:spPr>
        <p:txBody>
          <a:bodyPr wrap="none" lIns="0" tIns="0" rIns="0" bIns="0" anchor="ctr">
            <a:noAutofit/>
          </a:bodyPr>
          <a:lstStyle/>
          <a:p>
            <a:pPr algn="ctr">
              <a:buNone/>
            </a:pPr>
            <a:r>
              <a:rPr sz="1050">
                <a:solidFill>
                  <a:schemeClr val="tx1">
                    <a:lumMod val="95000"/>
                    <a:lumOff val="5000"/>
                  </a:schemeClr>
                </a:solidFill>
                <a:latin typeface="Malgun Gothic"/>
                <a:ea typeface="Malgun Gothic"/>
                <a:cs typeface="Malgun Gothic"/>
              </a:rPr>
              <a:t>게임</a:t>
            </a:r>
          </a:p>
        </p:txBody>
      </p:sp>
      <p:sp>
        <p:nvSpPr>
          <p:cNvPr id="28" name="content-region">
            <a:extLst>
              <a:ext uri="{FF2B5EF4-FFF2-40B4-BE49-F238E27FC236}">
                <a16:creationId xmlns:a16="http://schemas.microsoft.com/office/drawing/2014/main" id="{E7905B0D-5F04-2961-10AC-D80333CA4D2C}"/>
              </a:ext>
            </a:extLst>
          </p:cNvPr>
          <p:cNvSpPr>
            <a:spLocks noGrp="1"/>
          </p:cNvSpPr>
          <p:nvPr/>
        </p:nvSpPr>
        <p:spPr>
          <a:xfrm>
            <a:off x="2252662" y="5667375"/>
            <a:ext cx="47625" cy="685800"/>
          </a:xfrm>
          <a:prstGeom prst="rect">
            <a:avLst/>
          </a:prstGeom>
          <a:solidFill>
            <a:schemeClr val="tx2">
              <a:lumMod val="50000"/>
              <a:lumOff val="50000"/>
            </a:schemeClr>
          </a:solidFill>
          <a:ln w="0">
            <a:noFill/>
          </a:ln>
        </p:spPr>
        <p:txBody>
          <a:bodyPr/>
          <a:lstStyle/>
          <a:p>
            <a:endParaRPr/>
          </a:p>
        </p:txBody>
      </p:sp>
      <p:sp>
        <p:nvSpPr>
          <p:cNvPr id="32" name="header-background">
            <a:extLst>
              <a:ext uri="{FF2B5EF4-FFF2-40B4-BE49-F238E27FC236}">
                <a16:creationId xmlns:a16="http://schemas.microsoft.com/office/drawing/2014/main" id="{1F9EE488-D537-4D3F-9A29-403D110192EA}"/>
              </a:ext>
            </a:extLst>
          </p:cNvPr>
          <p:cNvSpPr>
            <a:spLocks noGrp="1"/>
          </p:cNvSpPr>
          <p:nvPr/>
        </p:nvSpPr>
        <p:spPr>
          <a:xfrm>
            <a:off x="0" y="0"/>
            <a:ext cx="12192000" cy="1000125"/>
          </a:xfrm>
          <a:prstGeom prst="rect">
            <a:avLst/>
          </a:prstGeom>
          <a:solidFill>
            <a:srgbClr val="FFFFFF"/>
          </a:solidFill>
          <a:ln w="0">
            <a:noFill/>
          </a:ln>
        </p:spPr>
        <p:txBody>
          <a:bodyPr/>
          <a:lstStyle/>
          <a:p>
            <a:endParaRPr/>
          </a:p>
        </p:txBody>
      </p:sp>
      <p:sp>
        <p:nvSpPr>
          <p:cNvPr id="33" name="section-badge">
            <a:extLst>
              <a:ext uri="{FF2B5EF4-FFF2-40B4-BE49-F238E27FC236}">
                <a16:creationId xmlns:a16="http://schemas.microsoft.com/office/drawing/2014/main" id="{B5C871FB-BE7B-4434-A661-E436A2715F3B}"/>
              </a:ext>
            </a:extLst>
          </p:cNvPr>
          <p:cNvSpPr>
            <a:spLocks noGrp="1"/>
          </p:cNvSpPr>
          <p:nvPr/>
        </p:nvSpPr>
        <p:spPr>
          <a:xfrm>
            <a:off x="457200" y="266700"/>
            <a:ext cx="533400" cy="533400"/>
          </a:xfrm>
          <a:prstGeom prst="roundRect">
            <a:avLst>
              <a:gd name="adj" fmla="val 50000"/>
            </a:avLst>
          </a:prstGeom>
          <a:solidFill>
            <a:srgbClr val="143F90"/>
          </a:solidFill>
          <a:ln w="0">
            <a:noFill/>
          </a:ln>
        </p:spPr>
        <p:txBody>
          <a:bodyPr/>
          <a:lstStyle/>
          <a:p>
            <a:endParaRPr/>
          </a:p>
        </p:txBody>
      </p:sp>
      <p:sp>
        <p:nvSpPr>
          <p:cNvPr id="34" name="section-number">
            <a:extLst>
              <a:ext uri="{FF2B5EF4-FFF2-40B4-BE49-F238E27FC236}">
                <a16:creationId xmlns:a16="http://schemas.microsoft.com/office/drawing/2014/main" id="{5EEA0754-E98A-42A8-9024-923BC2DBE890}"/>
              </a:ext>
            </a:extLst>
          </p:cNvPr>
          <p:cNvSpPr>
            <a:spLocks noGrp="1"/>
          </p:cNvSpPr>
          <p:nvPr/>
        </p:nvSpPr>
        <p:spPr>
          <a:xfrm>
            <a:off x="457200" y="266700"/>
            <a:ext cx="533400" cy="533400"/>
          </a:xfrm>
          <a:prstGeom prst="rect">
            <a:avLst/>
          </a:prstGeom>
          <a:noFill/>
          <a:ln w="0">
            <a:noFill/>
          </a:ln>
        </p:spPr>
        <p:txBody>
          <a:bodyPr wrap="square" lIns="0" tIns="0" rIns="0" bIns="0" anchor="ctr">
            <a:noAutofit/>
          </a:bodyPr>
          <a:lstStyle/>
          <a:p>
            <a:pPr algn="ctr">
              <a:buNone/>
            </a:pPr>
            <a:r>
              <a:rPr sz="1650" b="1">
                <a:solidFill>
                  <a:srgbClr val="FFFFFF"/>
                </a:solidFill>
                <a:latin typeface="Malgun Gothic"/>
                <a:ea typeface="Malgun Gothic"/>
                <a:cs typeface="Malgun Gothic"/>
              </a:rPr>
              <a:t>01</a:t>
            </a:r>
          </a:p>
        </p:txBody>
      </p:sp>
      <p:sp>
        <p:nvSpPr>
          <p:cNvPr id="35" name="section-kicker">
            <a:extLst>
              <a:ext uri="{FF2B5EF4-FFF2-40B4-BE49-F238E27FC236}">
                <a16:creationId xmlns:a16="http://schemas.microsoft.com/office/drawing/2014/main" id="{4633E99D-9078-4AB7-815F-1E1C8ABB683F}"/>
              </a:ext>
            </a:extLst>
          </p:cNvPr>
          <p:cNvSpPr>
            <a:spLocks noGrp="1"/>
          </p:cNvSpPr>
          <p:nvPr/>
        </p:nvSpPr>
        <p:spPr>
          <a:xfrm>
            <a:off x="1200150" y="152400"/>
            <a:ext cx="7239000" cy="238125"/>
          </a:xfrm>
          <a:prstGeom prst="rect">
            <a:avLst/>
          </a:prstGeom>
          <a:noFill/>
          <a:ln w="0">
            <a:noFill/>
          </a:ln>
        </p:spPr>
        <p:txBody>
          <a:bodyPr wrap="square" lIns="0" tIns="0" rIns="0" bIns="0" anchor="ctr">
            <a:noAutofit/>
          </a:bodyPr>
          <a:lstStyle/>
          <a:p>
            <a:pPr algn="l">
              <a:buNone/>
            </a:pPr>
            <a:r>
              <a:rPr sz="1275" b="1">
                <a:solidFill>
                  <a:srgbClr val="0075C9"/>
                </a:solidFill>
                <a:latin typeface="Malgun Gothic"/>
                <a:ea typeface="Malgun Gothic"/>
                <a:cs typeface="Malgun Gothic"/>
              </a:rPr>
              <a:t>연구 배경과 질문</a:t>
            </a:r>
          </a:p>
        </p:txBody>
      </p:sp>
      <p:sp>
        <p:nvSpPr>
          <p:cNvPr id="36" name="slide-title">
            <a:extLst>
              <a:ext uri="{FF2B5EF4-FFF2-40B4-BE49-F238E27FC236}">
                <a16:creationId xmlns:a16="http://schemas.microsoft.com/office/drawing/2014/main" id="{47856E21-844B-4C27-862C-BB654CD2B37C}"/>
              </a:ext>
            </a:extLst>
          </p:cNvPr>
          <p:cNvSpPr>
            <a:spLocks noGrp="1"/>
          </p:cNvSpPr>
          <p:nvPr/>
        </p:nvSpPr>
        <p:spPr>
          <a:xfrm>
            <a:off x="1200150" y="400050"/>
            <a:ext cx="9144000" cy="457200"/>
          </a:xfrm>
          <a:prstGeom prst="rect">
            <a:avLst/>
          </a:prstGeom>
          <a:noFill/>
          <a:ln w="0">
            <a:noFill/>
          </a:ln>
        </p:spPr>
        <p:txBody>
          <a:bodyPr wrap="square" lIns="0" tIns="0" rIns="0" bIns="0" anchor="ctr">
            <a:noAutofit/>
          </a:bodyPr>
          <a:lstStyle/>
          <a:p>
            <a:pPr algn="l">
              <a:buNone/>
            </a:pPr>
            <a:r>
              <a:rPr sz="2325" b="1">
                <a:solidFill>
                  <a:srgbClr val="143F90"/>
                </a:solidFill>
                <a:latin typeface="Malgun Gothic"/>
                <a:ea typeface="Malgun Gothic"/>
                <a:cs typeface="Malgun Gothic"/>
              </a:rPr>
              <a:t>대규모 동적 장면의 실시간 처리</a:t>
            </a:r>
          </a:p>
        </p:txBody>
      </p:sp>
      <p:sp>
        <p:nvSpPr>
          <p:cNvPr id="37" name="page-number">
            <a:extLst>
              <a:ext uri="{FF2B5EF4-FFF2-40B4-BE49-F238E27FC236}">
                <a16:creationId xmlns:a16="http://schemas.microsoft.com/office/drawing/2014/main" id="{06500C25-4028-473E-BECD-0D4C77C7C8B9}"/>
              </a:ext>
            </a:extLst>
          </p:cNvPr>
          <p:cNvSpPr>
            <a:spLocks noGrp="1"/>
          </p:cNvSpPr>
          <p:nvPr/>
        </p:nvSpPr>
        <p:spPr>
          <a:xfrm>
            <a:off x="10915650" y="552450"/>
            <a:ext cx="1162050" cy="304800"/>
          </a:xfrm>
          <a:prstGeom prst="rect">
            <a:avLst/>
          </a:prstGeom>
          <a:noFill/>
          <a:ln w="0">
            <a:noFill/>
          </a:ln>
        </p:spPr>
        <p:txBody>
          <a:bodyPr wrap="square" lIns="0" tIns="0" rIns="0" bIns="0" anchor="ctr">
            <a:noAutofit/>
          </a:bodyPr>
          <a:lstStyle/>
          <a:p>
            <a:pPr algn="r">
              <a:buNone/>
            </a:pPr>
            <a:r>
              <a:rPr sz="1400" b="0">
                <a:solidFill>
                  <a:srgbClr val="657B8F"/>
                </a:solidFill>
                <a:latin typeface="Malgun Gothic"/>
                <a:ea typeface="Malgun Gothic"/>
                <a:cs typeface="Malgun Gothic"/>
              </a:rPr>
              <a:t>03 / 10</a:t>
            </a:r>
          </a:p>
        </p:txBody>
      </p:sp>
      <p:sp>
        <p:nvSpPr>
          <p:cNvPr id="38" name="header-blue-line">
            <a:extLst>
              <a:ext uri="{FF2B5EF4-FFF2-40B4-BE49-F238E27FC236}">
                <a16:creationId xmlns:a16="http://schemas.microsoft.com/office/drawing/2014/main" id="{898C0D4E-5617-4009-B1A4-68E4AB1C04B0}"/>
              </a:ext>
            </a:extLst>
          </p:cNvPr>
          <p:cNvSpPr>
            <a:spLocks noGrp="1"/>
          </p:cNvSpPr>
          <p:nvPr/>
        </p:nvSpPr>
        <p:spPr>
          <a:xfrm>
            <a:off x="0" y="1000125"/>
            <a:ext cx="12192000" cy="57150"/>
          </a:xfrm>
          <a:prstGeom prst="rect">
            <a:avLst/>
          </a:prstGeom>
          <a:solidFill>
            <a:srgbClr val="0075C9"/>
          </a:solidFill>
          <a:ln w="0">
            <a:noFill/>
          </a:ln>
        </p:spPr>
        <p:txBody>
          <a:bodyPr/>
          <a:lstStyle/>
          <a:p>
            <a:endParaRPr/>
          </a:p>
        </p:txBody>
      </p:sp>
      <p:sp>
        <p:nvSpPr>
          <p:cNvPr id="39" name="header-green-line">
            <a:extLst>
              <a:ext uri="{FF2B5EF4-FFF2-40B4-BE49-F238E27FC236}">
                <a16:creationId xmlns:a16="http://schemas.microsoft.com/office/drawing/2014/main" id="{F405C9D9-BAC4-406C-9975-8637CAA4B6B2}"/>
              </a:ext>
            </a:extLst>
          </p:cNvPr>
          <p:cNvSpPr>
            <a:spLocks noGrp="1"/>
          </p:cNvSpPr>
          <p:nvPr/>
        </p:nvSpPr>
        <p:spPr>
          <a:xfrm>
            <a:off x="0" y="1000125"/>
            <a:ext cx="2000250" cy="57150"/>
          </a:xfrm>
          <a:prstGeom prst="rect">
            <a:avLst/>
          </a:prstGeom>
          <a:solidFill>
            <a:srgbClr val="00A651"/>
          </a:solidFill>
          <a:ln w="0">
            <a:noFill/>
          </a:ln>
        </p:spPr>
        <p:txBody>
          <a:bodyPr/>
          <a:lstStyle/>
          <a:p>
            <a:endParaRPr/>
          </a:p>
        </p:txBody>
      </p:sp>
      <p:pic>
        <p:nvPicPr>
          <p:cNvPr id="3" name="그림 2">
            <a:extLst>
              <a:ext uri="{FF2B5EF4-FFF2-40B4-BE49-F238E27FC236}">
                <a16:creationId xmlns:a16="http://schemas.microsoft.com/office/drawing/2014/main" id="{8566611F-FAEE-D26C-9CE6-E3AFDC364F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825" y="1414462"/>
            <a:ext cx="4762500" cy="1981200"/>
          </a:xfrm>
          <a:prstGeom prst="rect">
            <a:avLst/>
          </a:prstGeom>
        </p:spPr>
      </p:pic>
      <p:pic>
        <p:nvPicPr>
          <p:cNvPr id="5" name="그림 4">
            <a:extLst>
              <a:ext uri="{FF2B5EF4-FFF2-40B4-BE49-F238E27FC236}">
                <a16:creationId xmlns:a16="http://schemas.microsoft.com/office/drawing/2014/main" id="{A28AEE2C-B487-9382-59DD-34AF5CF046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5046" y="1314450"/>
            <a:ext cx="4294058" cy="2260600"/>
          </a:xfrm>
          <a:prstGeom prst="rect">
            <a:avLst/>
          </a:prstGeom>
        </p:spPr>
      </p:pic>
    </p:spTree>
    <p:extLst>
      <p:ext uri="{BB962C8B-B14F-4D97-AF65-F5344CB8AC3E}">
        <p14:creationId xmlns:p14="http://schemas.microsoft.com/office/powerpoint/2010/main" val="313776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5" name="header-background">
            <a:extLst>
              <a:ext uri="{FF2B5EF4-FFF2-40B4-BE49-F238E27FC236}">
                <a16:creationId xmlns:a16="http://schemas.microsoft.com/office/drawing/2014/main" id="{0BFD521E-9B4D-4154-8D88-D75C1AE7A243}"/>
              </a:ext>
            </a:extLst>
          </p:cNvPr>
          <p:cNvSpPr>
            <a:spLocks noGrp="1"/>
          </p:cNvSpPr>
          <p:nvPr/>
        </p:nvSpPr>
        <p:spPr>
          <a:xfrm>
            <a:off x="0" y="0"/>
            <a:ext cx="12192000" cy="1000125"/>
          </a:xfrm>
          <a:prstGeom prst="rect">
            <a:avLst/>
          </a:prstGeom>
          <a:solidFill>
            <a:srgbClr val="FFFFFF"/>
          </a:solidFill>
          <a:ln w="0">
            <a:noFill/>
          </a:ln>
        </p:spPr>
        <p:txBody>
          <a:bodyPr/>
          <a:lstStyle/>
          <a:p>
            <a:endParaRPr/>
          </a:p>
        </p:txBody>
      </p:sp>
      <p:sp>
        <p:nvSpPr>
          <p:cNvPr id="2" name="section-badge">
            <a:extLst>
              <a:ext uri="{FF2B5EF4-FFF2-40B4-BE49-F238E27FC236}">
                <a16:creationId xmlns:a16="http://schemas.microsoft.com/office/drawing/2014/main" id="{3EC41D0E-E96E-4FBB-AE5D-D078F12CDF15}"/>
              </a:ext>
            </a:extLst>
          </p:cNvPr>
          <p:cNvSpPr>
            <a:spLocks noGrp="1"/>
          </p:cNvSpPr>
          <p:nvPr/>
        </p:nvSpPr>
        <p:spPr>
          <a:xfrm>
            <a:off x="457200" y="266700"/>
            <a:ext cx="533400" cy="533400"/>
          </a:xfrm>
          <a:prstGeom prst="roundRect">
            <a:avLst>
              <a:gd name="adj" fmla="val 50000"/>
            </a:avLst>
          </a:prstGeom>
          <a:solidFill>
            <a:srgbClr val="143F90"/>
          </a:solidFill>
          <a:ln w="0">
            <a:noFill/>
          </a:ln>
        </p:spPr>
        <p:txBody>
          <a:bodyPr/>
          <a:lstStyle/>
          <a:p>
            <a:endParaRPr/>
          </a:p>
        </p:txBody>
      </p:sp>
      <p:sp>
        <p:nvSpPr>
          <p:cNvPr id="3" name="section-number">
            <a:extLst>
              <a:ext uri="{FF2B5EF4-FFF2-40B4-BE49-F238E27FC236}">
                <a16:creationId xmlns:a16="http://schemas.microsoft.com/office/drawing/2014/main" id="{75792FE7-A97D-432F-AC23-97DC7E222A30}"/>
              </a:ext>
            </a:extLst>
          </p:cNvPr>
          <p:cNvSpPr>
            <a:spLocks noGrp="1"/>
          </p:cNvSpPr>
          <p:nvPr/>
        </p:nvSpPr>
        <p:spPr>
          <a:xfrm>
            <a:off x="457200" y="266700"/>
            <a:ext cx="533400" cy="533400"/>
          </a:xfrm>
          <a:prstGeom prst="rect">
            <a:avLst/>
          </a:prstGeom>
          <a:noFill/>
          <a:ln w="0">
            <a:noFill/>
          </a:ln>
        </p:spPr>
        <p:txBody>
          <a:bodyPr wrap="square" lIns="0" tIns="0" rIns="0" bIns="0" anchor="ctr">
            <a:noAutofit/>
          </a:bodyPr>
          <a:lstStyle/>
          <a:p>
            <a:pPr algn="ctr">
              <a:buNone/>
            </a:pPr>
            <a:r>
              <a:rPr sz="1650" b="1">
                <a:solidFill>
                  <a:srgbClr val="FFFFFF"/>
                </a:solidFill>
                <a:latin typeface="Malgun Gothic"/>
                <a:ea typeface="Malgun Gothic"/>
                <a:cs typeface="Malgun Gothic"/>
              </a:rPr>
              <a:t>02</a:t>
            </a:r>
          </a:p>
        </p:txBody>
      </p:sp>
      <p:sp>
        <p:nvSpPr>
          <p:cNvPr id="4" name="section-kicker">
            <a:extLst>
              <a:ext uri="{FF2B5EF4-FFF2-40B4-BE49-F238E27FC236}">
                <a16:creationId xmlns:a16="http://schemas.microsoft.com/office/drawing/2014/main" id="{41E6CF0D-CEDF-4A33-83ED-C3A25E0734A9}"/>
              </a:ext>
            </a:extLst>
          </p:cNvPr>
          <p:cNvSpPr>
            <a:spLocks noGrp="1"/>
          </p:cNvSpPr>
          <p:nvPr/>
        </p:nvSpPr>
        <p:spPr>
          <a:xfrm>
            <a:off x="1200150" y="152400"/>
            <a:ext cx="7239000" cy="238125"/>
          </a:xfrm>
          <a:prstGeom prst="rect">
            <a:avLst/>
          </a:prstGeom>
          <a:noFill/>
          <a:ln w="0">
            <a:noFill/>
          </a:ln>
        </p:spPr>
        <p:txBody>
          <a:bodyPr wrap="square" lIns="0" tIns="0" rIns="0" bIns="0" anchor="ctr">
            <a:noAutofit/>
          </a:bodyPr>
          <a:lstStyle/>
          <a:p>
            <a:pPr algn="l">
              <a:buNone/>
            </a:pPr>
            <a:r>
              <a:rPr sz="1275" b="1">
                <a:solidFill>
                  <a:srgbClr val="0075C9"/>
                </a:solidFill>
                <a:latin typeface="Malgun Gothic"/>
                <a:ea typeface="Malgun Gothic"/>
                <a:cs typeface="Malgun Gothic"/>
              </a:rPr>
              <a:t>기술 구조와 실험 설계</a:t>
            </a:r>
          </a:p>
        </p:txBody>
      </p:sp>
      <p:sp>
        <p:nvSpPr>
          <p:cNvPr id="5" name="slide-title">
            <a:extLst>
              <a:ext uri="{FF2B5EF4-FFF2-40B4-BE49-F238E27FC236}">
                <a16:creationId xmlns:a16="http://schemas.microsoft.com/office/drawing/2014/main" id="{6A6C3621-6E33-4A70-87FC-3064C509A01B}"/>
              </a:ext>
            </a:extLst>
          </p:cNvPr>
          <p:cNvSpPr>
            <a:spLocks noGrp="1"/>
          </p:cNvSpPr>
          <p:nvPr/>
        </p:nvSpPr>
        <p:spPr>
          <a:xfrm>
            <a:off x="1200150" y="400050"/>
            <a:ext cx="9144000" cy="457200"/>
          </a:xfrm>
          <a:prstGeom prst="rect">
            <a:avLst/>
          </a:prstGeom>
          <a:noFill/>
          <a:ln w="0">
            <a:noFill/>
          </a:ln>
        </p:spPr>
        <p:txBody>
          <a:bodyPr wrap="square" lIns="0" tIns="0" rIns="0" bIns="0" anchor="ctr">
            <a:noAutofit/>
          </a:bodyPr>
          <a:lstStyle/>
          <a:p>
            <a:pPr algn="l">
              <a:buNone/>
            </a:pPr>
            <a:r>
              <a:rPr sz="2325" b="1">
                <a:solidFill>
                  <a:srgbClr val="143F90"/>
                </a:solidFill>
                <a:latin typeface="Malgun Gothic"/>
                <a:ea typeface="Malgun Gothic"/>
                <a:cs typeface="Malgun Gothic"/>
              </a:rPr>
              <a:t>Unity ECS</a:t>
            </a:r>
          </a:p>
        </p:txBody>
      </p:sp>
      <p:sp>
        <p:nvSpPr>
          <p:cNvPr id="7" name="header-blue-line">
            <a:extLst>
              <a:ext uri="{FF2B5EF4-FFF2-40B4-BE49-F238E27FC236}">
                <a16:creationId xmlns:a16="http://schemas.microsoft.com/office/drawing/2014/main" id="{FE16C0A5-770E-41C8-982D-F62B76D1FF31}"/>
              </a:ext>
            </a:extLst>
          </p:cNvPr>
          <p:cNvSpPr>
            <a:spLocks noGrp="1"/>
          </p:cNvSpPr>
          <p:nvPr/>
        </p:nvSpPr>
        <p:spPr>
          <a:xfrm>
            <a:off x="0" y="1000125"/>
            <a:ext cx="12192000" cy="57150"/>
          </a:xfrm>
          <a:prstGeom prst="rect">
            <a:avLst/>
          </a:prstGeom>
          <a:solidFill>
            <a:srgbClr val="0075C9"/>
          </a:solidFill>
          <a:ln w="0">
            <a:noFill/>
          </a:ln>
        </p:spPr>
        <p:txBody>
          <a:bodyPr/>
          <a:lstStyle/>
          <a:p>
            <a:endParaRPr/>
          </a:p>
        </p:txBody>
      </p:sp>
      <p:sp>
        <p:nvSpPr>
          <p:cNvPr id="8" name="header-green-line">
            <a:extLst>
              <a:ext uri="{FF2B5EF4-FFF2-40B4-BE49-F238E27FC236}">
                <a16:creationId xmlns:a16="http://schemas.microsoft.com/office/drawing/2014/main" id="{7E487754-F83D-40D3-BDED-D6019DB6C9A6}"/>
              </a:ext>
            </a:extLst>
          </p:cNvPr>
          <p:cNvSpPr>
            <a:spLocks noGrp="1"/>
          </p:cNvSpPr>
          <p:nvPr/>
        </p:nvSpPr>
        <p:spPr>
          <a:xfrm>
            <a:off x="0" y="1000125"/>
            <a:ext cx="2000250" cy="57150"/>
          </a:xfrm>
          <a:prstGeom prst="rect">
            <a:avLst/>
          </a:prstGeom>
          <a:solidFill>
            <a:srgbClr val="00A651"/>
          </a:solidFill>
          <a:ln w="0">
            <a:noFill/>
          </a:ln>
        </p:spPr>
        <p:txBody>
          <a:bodyPr/>
          <a:lstStyle/>
          <a:p>
            <a:endParaRPr/>
          </a:p>
        </p:txBody>
      </p:sp>
      <p:sp>
        <p:nvSpPr>
          <p:cNvPr id="26" name="content-heading">
            <a:extLst>
              <a:ext uri="{FF2B5EF4-FFF2-40B4-BE49-F238E27FC236}">
                <a16:creationId xmlns:a16="http://schemas.microsoft.com/office/drawing/2014/main" id="{459F9CF1-1514-4D4B-94C5-C05FE82AE27C}"/>
              </a:ext>
            </a:extLst>
          </p:cNvPr>
          <p:cNvSpPr>
            <a:spLocks noGrp="1"/>
          </p:cNvSpPr>
          <p:nvPr/>
        </p:nvSpPr>
        <p:spPr>
          <a:xfrm>
            <a:off x="685800" y="1333500"/>
            <a:ext cx="10820400" cy="361950"/>
          </a:xfrm>
          <a:prstGeom prst="rect">
            <a:avLst/>
          </a:prstGeom>
          <a:noFill/>
          <a:ln w="0">
            <a:noFill/>
          </a:ln>
        </p:spPr>
        <p:txBody>
          <a:bodyPr wrap="square" lIns="0" tIns="0" rIns="0" bIns="0" anchor="ctr">
            <a:noAutofit/>
          </a:bodyPr>
          <a:lstStyle/>
          <a:p>
            <a:pPr algn="l">
              <a:buNone/>
            </a:pPr>
            <a:r>
              <a:rPr sz="1725" b="1">
                <a:solidFill>
                  <a:srgbClr val="1D3550"/>
                </a:solidFill>
                <a:latin typeface="Malgun Gothic"/>
                <a:ea typeface="Malgun Gothic"/>
                <a:cs typeface="Malgun Gothic"/>
              </a:rPr>
              <a:t>① Unity ECS — 대량 객체 상태 처리 기반</a:t>
            </a:r>
          </a:p>
        </p:txBody>
      </p:sp>
      <p:sp>
        <p:nvSpPr>
          <p:cNvPr id="27" name="ecs-card">
            <a:extLst>
              <a:ext uri="{FF2B5EF4-FFF2-40B4-BE49-F238E27FC236}">
                <a16:creationId xmlns:a16="http://schemas.microsoft.com/office/drawing/2014/main" id="{35406479-0E43-4835-A0CC-A857DD5B1F58}"/>
              </a:ext>
            </a:extLst>
          </p:cNvPr>
          <p:cNvSpPr>
            <a:spLocks noGrp="1"/>
          </p:cNvSpPr>
          <p:nvPr/>
        </p:nvSpPr>
        <p:spPr>
          <a:xfrm>
            <a:off x="838200" y="2000250"/>
            <a:ext cx="3200400" cy="1352550"/>
          </a:xfrm>
          <a:prstGeom prst="roundRect">
            <a:avLst>
              <a:gd name="adj" fmla="val 5634"/>
            </a:avLst>
          </a:prstGeom>
          <a:solidFill>
            <a:srgbClr val="EAF3FB"/>
          </a:solidFill>
          <a:ln w="0">
            <a:solidFill>
              <a:schemeClr val="bg2">
                <a:lumMod val="90000"/>
              </a:schemeClr>
            </a:solidFill>
          </a:ln>
        </p:spPr>
        <p:txBody>
          <a:bodyPr/>
          <a:lstStyle/>
          <a:p>
            <a:endParaRPr/>
          </a:p>
        </p:txBody>
      </p:sp>
      <p:sp>
        <p:nvSpPr>
          <p:cNvPr id="28" name="ecs-label">
            <a:extLst>
              <a:ext uri="{FF2B5EF4-FFF2-40B4-BE49-F238E27FC236}">
                <a16:creationId xmlns:a16="http://schemas.microsoft.com/office/drawing/2014/main" id="{2D9BBE83-D3A1-44F9-B449-46CF2D4915B4}"/>
              </a:ext>
            </a:extLst>
          </p:cNvPr>
          <p:cNvSpPr>
            <a:spLocks noGrp="1"/>
          </p:cNvSpPr>
          <p:nvPr/>
        </p:nvSpPr>
        <p:spPr>
          <a:xfrm>
            <a:off x="1066800" y="2310808"/>
            <a:ext cx="2743200" cy="323850"/>
          </a:xfrm>
          <a:prstGeom prst="rect">
            <a:avLst/>
          </a:prstGeom>
          <a:noFill/>
          <a:ln w="0">
            <a:noFill/>
          </a:ln>
        </p:spPr>
        <p:txBody>
          <a:bodyPr wrap="square" lIns="0" tIns="0" rIns="0" bIns="0" anchor="ctr">
            <a:noAutofit/>
          </a:bodyPr>
          <a:lstStyle/>
          <a:p>
            <a:pPr algn="ctr">
              <a:buNone/>
            </a:pPr>
            <a:r>
              <a:rPr sz="2400" b="1">
                <a:solidFill>
                  <a:srgbClr val="00B050"/>
                </a:solidFill>
                <a:latin typeface="Malgun Gothic"/>
                <a:ea typeface="Malgun Gothic"/>
                <a:cs typeface="Malgun Gothic"/>
              </a:rPr>
              <a:t>E</a:t>
            </a:r>
            <a:r>
              <a:rPr sz="2400" b="1">
                <a:solidFill>
                  <a:srgbClr val="143F90"/>
                </a:solidFill>
                <a:latin typeface="Malgun Gothic"/>
                <a:ea typeface="Malgun Gothic"/>
                <a:cs typeface="Malgun Gothic"/>
              </a:rPr>
              <a:t>ntity</a:t>
            </a:r>
          </a:p>
        </p:txBody>
      </p:sp>
      <p:sp>
        <p:nvSpPr>
          <p:cNvPr id="29" name="ecs-description">
            <a:extLst>
              <a:ext uri="{FF2B5EF4-FFF2-40B4-BE49-F238E27FC236}">
                <a16:creationId xmlns:a16="http://schemas.microsoft.com/office/drawing/2014/main" id="{36E06D96-2B84-4D02-BD32-3607CB9AA3F8}"/>
              </a:ext>
            </a:extLst>
          </p:cNvPr>
          <p:cNvSpPr>
            <a:spLocks noGrp="1"/>
          </p:cNvSpPr>
          <p:nvPr/>
        </p:nvSpPr>
        <p:spPr>
          <a:xfrm>
            <a:off x="1066800" y="2748479"/>
            <a:ext cx="2743200" cy="266700"/>
          </a:xfrm>
          <a:prstGeom prst="rect">
            <a:avLst/>
          </a:prstGeom>
          <a:noFill/>
          <a:ln w="0">
            <a:noFill/>
          </a:ln>
        </p:spPr>
        <p:txBody>
          <a:bodyPr wrap="square" lIns="0" tIns="0" rIns="0" bIns="0" anchor="ctr">
            <a:noAutofit/>
          </a:bodyPr>
          <a:lstStyle/>
          <a:p>
            <a:pPr algn="ctr">
              <a:buNone/>
            </a:pPr>
            <a:r>
              <a:rPr sz="1275" b="0">
                <a:solidFill>
                  <a:srgbClr val="1D3550"/>
                </a:solidFill>
                <a:latin typeface="Malgun Gothic"/>
                <a:ea typeface="Malgun Gothic"/>
                <a:cs typeface="Malgun Gothic"/>
              </a:rPr>
              <a:t>객체 식별</a:t>
            </a:r>
          </a:p>
        </p:txBody>
      </p:sp>
      <p:sp>
        <p:nvSpPr>
          <p:cNvPr id="30" name="editable-arrow">
            <a:extLst>
              <a:ext uri="{FF2B5EF4-FFF2-40B4-BE49-F238E27FC236}">
                <a16:creationId xmlns:a16="http://schemas.microsoft.com/office/drawing/2014/main" id="{E6096534-125C-4A48-928C-6DB3D53F502E}"/>
              </a:ext>
            </a:extLst>
          </p:cNvPr>
          <p:cNvSpPr>
            <a:spLocks noGrp="1"/>
          </p:cNvSpPr>
          <p:nvPr/>
        </p:nvSpPr>
        <p:spPr>
          <a:xfrm>
            <a:off x="4114800" y="2552700"/>
            <a:ext cx="361950" cy="228600"/>
          </a:xfrm>
          <a:prstGeom prst="rightArrow">
            <a:avLst/>
          </a:prstGeom>
          <a:solidFill>
            <a:srgbClr val="0075C9"/>
          </a:solidFill>
          <a:ln w="0">
            <a:solidFill>
              <a:srgbClr val="0075C9"/>
            </a:solidFill>
          </a:ln>
        </p:spPr>
        <p:txBody>
          <a:bodyPr/>
          <a:lstStyle/>
          <a:p>
            <a:endParaRPr/>
          </a:p>
        </p:txBody>
      </p:sp>
      <p:sp>
        <p:nvSpPr>
          <p:cNvPr id="31" name="ecs-card">
            <a:extLst>
              <a:ext uri="{FF2B5EF4-FFF2-40B4-BE49-F238E27FC236}">
                <a16:creationId xmlns:a16="http://schemas.microsoft.com/office/drawing/2014/main" id="{49D273B5-E75C-451E-81CA-03D4D9F2EFA2}"/>
              </a:ext>
            </a:extLst>
          </p:cNvPr>
          <p:cNvSpPr>
            <a:spLocks noGrp="1"/>
          </p:cNvSpPr>
          <p:nvPr/>
        </p:nvSpPr>
        <p:spPr>
          <a:xfrm>
            <a:off x="4572000" y="2000250"/>
            <a:ext cx="3200400" cy="1352550"/>
          </a:xfrm>
          <a:prstGeom prst="roundRect">
            <a:avLst>
              <a:gd name="adj" fmla="val 5634"/>
            </a:avLst>
          </a:prstGeom>
          <a:solidFill>
            <a:srgbClr val="EAF3FB"/>
          </a:solidFill>
          <a:ln w="0">
            <a:solidFill>
              <a:schemeClr val="bg2">
                <a:lumMod val="90000"/>
              </a:schemeClr>
            </a:solidFill>
          </a:ln>
        </p:spPr>
        <p:txBody>
          <a:bodyPr/>
          <a:lstStyle/>
          <a:p>
            <a:endParaRPr/>
          </a:p>
        </p:txBody>
      </p:sp>
      <p:sp>
        <p:nvSpPr>
          <p:cNvPr id="32" name="ecs-label">
            <a:extLst>
              <a:ext uri="{FF2B5EF4-FFF2-40B4-BE49-F238E27FC236}">
                <a16:creationId xmlns:a16="http://schemas.microsoft.com/office/drawing/2014/main" id="{EA5404B9-4641-41B7-AF1C-86F076D248D0}"/>
              </a:ext>
            </a:extLst>
          </p:cNvPr>
          <p:cNvSpPr>
            <a:spLocks noGrp="1"/>
          </p:cNvSpPr>
          <p:nvPr/>
        </p:nvSpPr>
        <p:spPr>
          <a:xfrm>
            <a:off x="4800600" y="2310808"/>
            <a:ext cx="2743200" cy="323850"/>
          </a:xfrm>
          <a:prstGeom prst="rect">
            <a:avLst/>
          </a:prstGeom>
          <a:noFill/>
          <a:ln w="0">
            <a:noFill/>
          </a:ln>
        </p:spPr>
        <p:txBody>
          <a:bodyPr wrap="square" lIns="0" tIns="0" rIns="0" bIns="0" anchor="ctr">
            <a:noAutofit/>
          </a:bodyPr>
          <a:lstStyle/>
          <a:p>
            <a:pPr algn="ctr">
              <a:buNone/>
            </a:pPr>
            <a:r>
              <a:rPr sz="2400" b="1">
                <a:solidFill>
                  <a:srgbClr val="00B050"/>
                </a:solidFill>
                <a:latin typeface="Malgun Gothic"/>
                <a:ea typeface="Malgun Gothic"/>
                <a:cs typeface="Malgun Gothic"/>
              </a:rPr>
              <a:t>C</a:t>
            </a:r>
            <a:r>
              <a:rPr sz="2400" b="1">
                <a:solidFill>
                  <a:srgbClr val="143F90"/>
                </a:solidFill>
                <a:latin typeface="Malgun Gothic"/>
                <a:ea typeface="Malgun Gothic"/>
                <a:cs typeface="Malgun Gothic"/>
              </a:rPr>
              <a:t>omponent</a:t>
            </a:r>
          </a:p>
        </p:txBody>
      </p:sp>
      <p:sp>
        <p:nvSpPr>
          <p:cNvPr id="33" name="ecs-description">
            <a:extLst>
              <a:ext uri="{FF2B5EF4-FFF2-40B4-BE49-F238E27FC236}">
                <a16:creationId xmlns:a16="http://schemas.microsoft.com/office/drawing/2014/main" id="{379A11DC-1277-4B59-B155-7184EC680FB4}"/>
              </a:ext>
            </a:extLst>
          </p:cNvPr>
          <p:cNvSpPr>
            <a:spLocks noGrp="1"/>
          </p:cNvSpPr>
          <p:nvPr/>
        </p:nvSpPr>
        <p:spPr>
          <a:xfrm>
            <a:off x="4800600" y="2748479"/>
            <a:ext cx="2743200" cy="266700"/>
          </a:xfrm>
          <a:prstGeom prst="rect">
            <a:avLst/>
          </a:prstGeom>
          <a:noFill/>
          <a:ln w="0">
            <a:noFill/>
          </a:ln>
        </p:spPr>
        <p:txBody>
          <a:bodyPr wrap="square" lIns="0" tIns="0" rIns="0" bIns="0" anchor="ctr">
            <a:noAutofit/>
          </a:bodyPr>
          <a:lstStyle/>
          <a:p>
            <a:pPr algn="ctr">
              <a:buNone/>
            </a:pPr>
            <a:r>
              <a:rPr sz="1275" b="0">
                <a:solidFill>
                  <a:srgbClr val="1D3550"/>
                </a:solidFill>
                <a:latin typeface="Malgun Gothic"/>
                <a:ea typeface="Malgun Gothic"/>
                <a:cs typeface="Malgun Gothic"/>
              </a:rPr>
              <a:t>상태 데이터</a:t>
            </a:r>
          </a:p>
        </p:txBody>
      </p:sp>
      <p:sp>
        <p:nvSpPr>
          <p:cNvPr id="34" name="editable-arrow">
            <a:extLst>
              <a:ext uri="{FF2B5EF4-FFF2-40B4-BE49-F238E27FC236}">
                <a16:creationId xmlns:a16="http://schemas.microsoft.com/office/drawing/2014/main" id="{CF4F0158-4A71-46CD-B0BA-AC8578600988}"/>
              </a:ext>
            </a:extLst>
          </p:cNvPr>
          <p:cNvSpPr>
            <a:spLocks noGrp="1"/>
          </p:cNvSpPr>
          <p:nvPr/>
        </p:nvSpPr>
        <p:spPr>
          <a:xfrm>
            <a:off x="7848600" y="2552700"/>
            <a:ext cx="361950" cy="228600"/>
          </a:xfrm>
          <a:prstGeom prst="rightArrow">
            <a:avLst/>
          </a:prstGeom>
          <a:solidFill>
            <a:srgbClr val="0075C9"/>
          </a:solidFill>
          <a:ln w="0">
            <a:solidFill>
              <a:srgbClr val="0075C9"/>
            </a:solidFill>
          </a:ln>
        </p:spPr>
        <p:txBody>
          <a:bodyPr/>
          <a:lstStyle/>
          <a:p>
            <a:endParaRPr/>
          </a:p>
        </p:txBody>
      </p:sp>
      <p:sp>
        <p:nvSpPr>
          <p:cNvPr id="35" name="ecs-card">
            <a:extLst>
              <a:ext uri="{FF2B5EF4-FFF2-40B4-BE49-F238E27FC236}">
                <a16:creationId xmlns:a16="http://schemas.microsoft.com/office/drawing/2014/main" id="{6DE38E77-F080-4DE6-9411-962A2A09396B}"/>
              </a:ext>
            </a:extLst>
          </p:cNvPr>
          <p:cNvSpPr>
            <a:spLocks noGrp="1"/>
          </p:cNvSpPr>
          <p:nvPr/>
        </p:nvSpPr>
        <p:spPr>
          <a:xfrm>
            <a:off x="8305800" y="2000250"/>
            <a:ext cx="3200400" cy="1352550"/>
          </a:xfrm>
          <a:prstGeom prst="roundRect">
            <a:avLst>
              <a:gd name="adj" fmla="val 5634"/>
            </a:avLst>
          </a:prstGeom>
          <a:solidFill>
            <a:srgbClr val="EAF3FB"/>
          </a:solidFill>
          <a:ln w="0">
            <a:solidFill>
              <a:schemeClr val="bg2">
                <a:lumMod val="90000"/>
              </a:schemeClr>
            </a:solidFill>
          </a:ln>
        </p:spPr>
        <p:txBody>
          <a:bodyPr/>
          <a:lstStyle/>
          <a:p>
            <a:endParaRPr/>
          </a:p>
        </p:txBody>
      </p:sp>
      <p:sp>
        <p:nvSpPr>
          <p:cNvPr id="36" name="ecs-label">
            <a:extLst>
              <a:ext uri="{FF2B5EF4-FFF2-40B4-BE49-F238E27FC236}">
                <a16:creationId xmlns:a16="http://schemas.microsoft.com/office/drawing/2014/main" id="{1144FEAE-6E23-4647-90ED-1CD6A92F1ABA}"/>
              </a:ext>
            </a:extLst>
          </p:cNvPr>
          <p:cNvSpPr>
            <a:spLocks noGrp="1"/>
          </p:cNvSpPr>
          <p:nvPr/>
        </p:nvSpPr>
        <p:spPr>
          <a:xfrm>
            <a:off x="8534400" y="2310808"/>
            <a:ext cx="2743200" cy="323850"/>
          </a:xfrm>
          <a:prstGeom prst="rect">
            <a:avLst/>
          </a:prstGeom>
          <a:noFill/>
          <a:ln w="0">
            <a:noFill/>
          </a:ln>
        </p:spPr>
        <p:txBody>
          <a:bodyPr wrap="square" lIns="0" tIns="0" rIns="0" bIns="0" anchor="ctr">
            <a:noAutofit/>
          </a:bodyPr>
          <a:lstStyle/>
          <a:p>
            <a:pPr algn="ctr">
              <a:buNone/>
            </a:pPr>
            <a:r>
              <a:rPr sz="2400" b="1">
                <a:solidFill>
                  <a:srgbClr val="00B050"/>
                </a:solidFill>
                <a:latin typeface="Malgun Gothic"/>
                <a:ea typeface="Malgun Gothic"/>
                <a:cs typeface="Malgun Gothic"/>
              </a:rPr>
              <a:t>S</a:t>
            </a:r>
            <a:r>
              <a:rPr sz="2400" b="1">
                <a:solidFill>
                  <a:srgbClr val="143F90"/>
                </a:solidFill>
                <a:latin typeface="Malgun Gothic"/>
                <a:ea typeface="Malgun Gothic"/>
                <a:cs typeface="Malgun Gothic"/>
              </a:rPr>
              <a:t>ystem</a:t>
            </a:r>
          </a:p>
        </p:txBody>
      </p:sp>
      <p:sp>
        <p:nvSpPr>
          <p:cNvPr id="37" name="ecs-description">
            <a:extLst>
              <a:ext uri="{FF2B5EF4-FFF2-40B4-BE49-F238E27FC236}">
                <a16:creationId xmlns:a16="http://schemas.microsoft.com/office/drawing/2014/main" id="{9C994E75-F379-432F-B65E-F8888719DA95}"/>
              </a:ext>
            </a:extLst>
          </p:cNvPr>
          <p:cNvSpPr>
            <a:spLocks noGrp="1"/>
          </p:cNvSpPr>
          <p:nvPr/>
        </p:nvSpPr>
        <p:spPr>
          <a:xfrm>
            <a:off x="8534400" y="2748479"/>
            <a:ext cx="2743200" cy="266700"/>
          </a:xfrm>
          <a:prstGeom prst="rect">
            <a:avLst/>
          </a:prstGeom>
          <a:noFill/>
          <a:ln w="0">
            <a:noFill/>
          </a:ln>
        </p:spPr>
        <p:txBody>
          <a:bodyPr wrap="square" lIns="0" tIns="0" rIns="0" bIns="0" anchor="ctr">
            <a:noAutofit/>
          </a:bodyPr>
          <a:lstStyle/>
          <a:p>
            <a:pPr algn="ctr">
              <a:buNone/>
            </a:pPr>
            <a:r>
              <a:rPr sz="1275" b="0">
                <a:solidFill>
                  <a:srgbClr val="1D3550"/>
                </a:solidFill>
                <a:latin typeface="Malgun Gothic"/>
                <a:ea typeface="Malgun Gothic"/>
                <a:cs typeface="Malgun Gothic"/>
              </a:rPr>
              <a:t>필요한 데이터를 처리 · 갱신</a:t>
            </a:r>
          </a:p>
        </p:txBody>
      </p:sp>
      <p:sp>
        <p:nvSpPr>
          <p:cNvPr id="38" name="role-card">
            <a:extLst>
              <a:ext uri="{FF2B5EF4-FFF2-40B4-BE49-F238E27FC236}">
                <a16:creationId xmlns:a16="http://schemas.microsoft.com/office/drawing/2014/main" id="{8EB4DF34-A0C9-442B-A19A-2C082A446561}"/>
              </a:ext>
            </a:extLst>
          </p:cNvPr>
          <p:cNvSpPr>
            <a:spLocks noGrp="1"/>
          </p:cNvSpPr>
          <p:nvPr/>
        </p:nvSpPr>
        <p:spPr>
          <a:xfrm>
            <a:off x="838200" y="3932033"/>
            <a:ext cx="5410200" cy="2000250"/>
          </a:xfrm>
          <a:prstGeom prst="roundRect">
            <a:avLst>
              <a:gd name="adj" fmla="val 3810"/>
            </a:avLst>
          </a:prstGeom>
          <a:solidFill>
            <a:srgbClr val="143F90"/>
          </a:solidFill>
          <a:ln w="0">
            <a:solidFill>
              <a:srgbClr val="FFFFFF"/>
            </a:solidFill>
          </a:ln>
        </p:spPr>
        <p:txBody>
          <a:bodyPr/>
          <a:lstStyle/>
          <a:p>
            <a:endParaRPr/>
          </a:p>
        </p:txBody>
      </p:sp>
      <p:sp>
        <p:nvSpPr>
          <p:cNvPr id="39" name="role-title">
            <a:extLst>
              <a:ext uri="{FF2B5EF4-FFF2-40B4-BE49-F238E27FC236}">
                <a16:creationId xmlns:a16="http://schemas.microsoft.com/office/drawing/2014/main" id="{BA03E5D7-E774-4CA3-8D64-8581807E8BDC}"/>
              </a:ext>
            </a:extLst>
          </p:cNvPr>
          <p:cNvSpPr>
            <a:spLocks noGrp="1"/>
          </p:cNvSpPr>
          <p:nvPr/>
        </p:nvSpPr>
        <p:spPr>
          <a:xfrm>
            <a:off x="1156080" y="4198733"/>
            <a:ext cx="4836626" cy="304800"/>
          </a:xfrm>
          <a:prstGeom prst="rect">
            <a:avLst/>
          </a:prstGeom>
          <a:noFill/>
          <a:ln w="0">
            <a:noFill/>
          </a:ln>
        </p:spPr>
        <p:txBody>
          <a:bodyPr wrap="square" lIns="0" tIns="0" rIns="0" bIns="0" anchor="ctr">
            <a:noAutofit/>
          </a:bodyPr>
          <a:lstStyle/>
          <a:p>
            <a:pPr algn="ctr">
              <a:buNone/>
            </a:pPr>
            <a:r>
              <a:rPr b="1">
                <a:solidFill>
                  <a:schemeClr val="bg1"/>
                </a:solidFill>
                <a:latin typeface="Malgun Gothic"/>
                <a:ea typeface="Malgun Gothic"/>
                <a:cs typeface="Malgun Gothic"/>
              </a:rPr>
              <a:t>프로젝트에서의 역할</a:t>
            </a:r>
          </a:p>
        </p:txBody>
      </p:sp>
      <p:sp>
        <p:nvSpPr>
          <p:cNvPr id="40" name="role-divider">
            <a:extLst>
              <a:ext uri="{FF2B5EF4-FFF2-40B4-BE49-F238E27FC236}">
                <a16:creationId xmlns:a16="http://schemas.microsoft.com/office/drawing/2014/main" id="{D905A29F-839A-4181-979C-1575E45A0862}"/>
              </a:ext>
            </a:extLst>
          </p:cNvPr>
          <p:cNvSpPr>
            <a:spLocks noGrp="1"/>
          </p:cNvSpPr>
          <p:nvPr/>
        </p:nvSpPr>
        <p:spPr>
          <a:xfrm>
            <a:off x="1473640" y="4627358"/>
            <a:ext cx="4154538" cy="19050"/>
          </a:xfrm>
          <a:prstGeom prst="rect">
            <a:avLst/>
          </a:prstGeom>
          <a:solidFill>
            <a:srgbClr val="50B7DE"/>
          </a:solidFill>
          <a:ln w="0">
            <a:solidFill>
              <a:srgbClr val="50B7DE"/>
            </a:solidFill>
          </a:ln>
        </p:spPr>
        <p:txBody>
          <a:bodyPr/>
          <a:lstStyle/>
          <a:p>
            <a:endParaRPr/>
          </a:p>
        </p:txBody>
      </p:sp>
      <p:sp>
        <p:nvSpPr>
          <p:cNvPr id="41" name="role-body">
            <a:extLst>
              <a:ext uri="{FF2B5EF4-FFF2-40B4-BE49-F238E27FC236}">
                <a16:creationId xmlns:a16="http://schemas.microsoft.com/office/drawing/2014/main" id="{BFD8FF46-30C0-4C1D-90A2-19EE18225C89}"/>
              </a:ext>
            </a:extLst>
          </p:cNvPr>
          <p:cNvSpPr>
            <a:spLocks noGrp="1"/>
          </p:cNvSpPr>
          <p:nvPr/>
        </p:nvSpPr>
        <p:spPr>
          <a:xfrm>
            <a:off x="1124987" y="4903583"/>
            <a:ext cx="4836626" cy="590550"/>
          </a:xfrm>
          <a:prstGeom prst="rect">
            <a:avLst/>
          </a:prstGeom>
          <a:noFill/>
          <a:ln w="0">
            <a:noFill/>
          </a:ln>
        </p:spPr>
        <p:txBody>
          <a:bodyPr wrap="square" lIns="0" tIns="0" rIns="0" bIns="0" anchor="ctr">
            <a:noAutofit/>
          </a:bodyPr>
          <a:lstStyle/>
          <a:p>
            <a:pPr algn="ctr">
              <a:lnSpc>
                <a:spcPct val="150000"/>
              </a:lnSpc>
              <a:buNone/>
            </a:pPr>
            <a:r>
              <a:rPr sz="1400" b="0">
                <a:solidFill>
                  <a:schemeClr val="bg1"/>
                </a:solidFill>
                <a:latin typeface="Malgun Gothic"/>
                <a:ea typeface="Malgun Gothic"/>
                <a:cs typeface="Malgun Gothic"/>
              </a:rPr>
              <a:t>대량 병사 인스턴스의 상태를</a:t>
            </a:r>
          </a:p>
          <a:p>
            <a:pPr algn="ctr">
              <a:lnSpc>
                <a:spcPct val="150000"/>
              </a:lnSpc>
              <a:buNone/>
            </a:pPr>
            <a:r>
              <a:rPr sz="1400" b="0">
                <a:solidFill>
                  <a:schemeClr val="bg1"/>
                </a:solidFill>
                <a:latin typeface="Malgun Gothic"/>
                <a:ea typeface="Malgun Gothic"/>
                <a:cs typeface="Malgun Gothic"/>
              </a:rPr>
              <a:t>데이터 중심으로 구성 · 반복 처리</a:t>
            </a:r>
          </a:p>
        </p:txBody>
      </p:sp>
      <p:sp>
        <p:nvSpPr>
          <p:cNvPr id="42" name="why-card">
            <a:extLst>
              <a:ext uri="{FF2B5EF4-FFF2-40B4-BE49-F238E27FC236}">
                <a16:creationId xmlns:a16="http://schemas.microsoft.com/office/drawing/2014/main" id="{8D381C77-3572-47DB-A285-DC0ED047DF48}"/>
              </a:ext>
            </a:extLst>
          </p:cNvPr>
          <p:cNvSpPr>
            <a:spLocks noGrp="1"/>
          </p:cNvSpPr>
          <p:nvPr/>
        </p:nvSpPr>
        <p:spPr>
          <a:xfrm>
            <a:off x="6397972" y="3932033"/>
            <a:ext cx="5259874" cy="2000250"/>
          </a:xfrm>
          <a:prstGeom prst="roundRect">
            <a:avLst>
              <a:gd name="adj" fmla="val 3810"/>
            </a:avLst>
          </a:prstGeom>
          <a:solidFill>
            <a:srgbClr val="143F90"/>
          </a:solidFill>
          <a:ln w="0">
            <a:solidFill>
              <a:srgbClr val="143F90"/>
            </a:solidFill>
          </a:ln>
        </p:spPr>
        <p:txBody>
          <a:bodyPr/>
          <a:lstStyle/>
          <a:p>
            <a:endParaRPr/>
          </a:p>
        </p:txBody>
      </p:sp>
      <p:sp>
        <p:nvSpPr>
          <p:cNvPr id="43" name="why-title">
            <a:extLst>
              <a:ext uri="{FF2B5EF4-FFF2-40B4-BE49-F238E27FC236}">
                <a16:creationId xmlns:a16="http://schemas.microsoft.com/office/drawing/2014/main" id="{25787B8B-AB9D-48A5-8224-321E4AB49536}"/>
              </a:ext>
            </a:extLst>
          </p:cNvPr>
          <p:cNvSpPr>
            <a:spLocks noGrp="1"/>
          </p:cNvSpPr>
          <p:nvPr/>
        </p:nvSpPr>
        <p:spPr>
          <a:xfrm>
            <a:off x="6983285" y="4246358"/>
            <a:ext cx="4331661" cy="285750"/>
          </a:xfrm>
          <a:prstGeom prst="rect">
            <a:avLst/>
          </a:prstGeom>
          <a:noFill/>
          <a:ln w="0">
            <a:noFill/>
          </a:ln>
        </p:spPr>
        <p:txBody>
          <a:bodyPr wrap="square" lIns="0" tIns="0" rIns="0" bIns="0" anchor="ctr">
            <a:noAutofit/>
          </a:bodyPr>
          <a:lstStyle/>
          <a:p>
            <a:pPr algn="ctr">
              <a:buNone/>
            </a:pPr>
            <a:r>
              <a:rPr b="1">
                <a:solidFill>
                  <a:srgbClr val="FFFFFF"/>
                </a:solidFill>
                <a:latin typeface="Malgun Gothic"/>
                <a:ea typeface="Malgun Gothic"/>
                <a:cs typeface="Malgun Gothic"/>
              </a:rPr>
              <a:t>왜 ECS를 사용하는가?</a:t>
            </a:r>
          </a:p>
        </p:txBody>
      </p:sp>
      <p:sp>
        <p:nvSpPr>
          <p:cNvPr id="44" name="why-divider">
            <a:extLst>
              <a:ext uri="{FF2B5EF4-FFF2-40B4-BE49-F238E27FC236}">
                <a16:creationId xmlns:a16="http://schemas.microsoft.com/office/drawing/2014/main" id="{2F11F349-EBC8-4D04-BC38-DEBF5A16F03E}"/>
              </a:ext>
            </a:extLst>
          </p:cNvPr>
          <p:cNvSpPr>
            <a:spLocks noGrp="1"/>
          </p:cNvSpPr>
          <p:nvPr/>
        </p:nvSpPr>
        <p:spPr>
          <a:xfrm>
            <a:off x="7471046" y="4646408"/>
            <a:ext cx="3558150" cy="19050"/>
          </a:xfrm>
          <a:prstGeom prst="rect">
            <a:avLst/>
          </a:prstGeom>
          <a:solidFill>
            <a:srgbClr val="00A651"/>
          </a:solidFill>
          <a:ln w="0">
            <a:solidFill>
              <a:srgbClr val="00A651"/>
            </a:solidFill>
          </a:ln>
        </p:spPr>
        <p:txBody>
          <a:bodyPr/>
          <a:lstStyle/>
          <a:p>
            <a:endParaRPr/>
          </a:p>
        </p:txBody>
      </p:sp>
      <p:sp>
        <p:nvSpPr>
          <p:cNvPr id="45" name="why-body">
            <a:extLst>
              <a:ext uri="{FF2B5EF4-FFF2-40B4-BE49-F238E27FC236}">
                <a16:creationId xmlns:a16="http://schemas.microsoft.com/office/drawing/2014/main" id="{57CDC557-03E7-4453-8172-8563F5FC092F}"/>
              </a:ext>
            </a:extLst>
          </p:cNvPr>
          <p:cNvSpPr>
            <a:spLocks noGrp="1"/>
          </p:cNvSpPr>
          <p:nvPr/>
        </p:nvSpPr>
        <p:spPr>
          <a:xfrm>
            <a:off x="6918250" y="4836908"/>
            <a:ext cx="4434796" cy="723900"/>
          </a:xfrm>
          <a:prstGeom prst="rect">
            <a:avLst/>
          </a:prstGeom>
          <a:noFill/>
          <a:ln w="0">
            <a:noFill/>
          </a:ln>
        </p:spPr>
        <p:txBody>
          <a:bodyPr wrap="square" lIns="0" tIns="0" rIns="0" bIns="0" anchor="ctr">
            <a:noAutofit/>
          </a:bodyPr>
          <a:lstStyle/>
          <a:p>
            <a:pPr algn="ctr">
              <a:lnSpc>
                <a:spcPct val="150000"/>
              </a:lnSpc>
              <a:buNone/>
            </a:pPr>
            <a:r>
              <a:rPr sz="1400" b="0">
                <a:solidFill>
                  <a:srgbClr val="FFFFFF"/>
                </a:solidFill>
                <a:latin typeface="Malgun Gothic"/>
                <a:ea typeface="Malgun Gothic"/>
                <a:cs typeface="Malgun Gothic"/>
              </a:rPr>
              <a:t>수천~16K 병사 인스턴스의 상태를</a:t>
            </a:r>
          </a:p>
          <a:p>
            <a:pPr algn="ctr">
              <a:lnSpc>
                <a:spcPct val="150000"/>
              </a:lnSpc>
              <a:buNone/>
            </a:pPr>
            <a:r>
              <a:rPr sz="1400" b="0">
                <a:solidFill>
                  <a:srgbClr val="FFFFFF"/>
                </a:solidFill>
                <a:latin typeface="Malgun Gothic"/>
                <a:ea typeface="Malgun Gothic"/>
                <a:cs typeface="Malgun Gothic"/>
              </a:rPr>
              <a:t>지속적으로 갱신해야 </a:t>
            </a:r>
            <a:r>
              <a:rPr sz="1400">
                <a:solidFill>
                  <a:srgbClr val="FFFFFF"/>
                </a:solidFill>
                <a:latin typeface="Malgun Gothic"/>
                <a:ea typeface="Malgun Gothic"/>
                <a:cs typeface="Malgun Gothic"/>
              </a:rPr>
              <a:t>함</a:t>
            </a:r>
            <a:endParaRPr sz="1400" b="0">
              <a:solidFill>
                <a:srgbClr val="FFFFFF"/>
              </a:solidFill>
              <a:latin typeface="Malgun Gothic"/>
              <a:ea typeface="Malgun Gothic"/>
              <a:cs typeface="Malgun Gothic"/>
            </a:endParaRPr>
          </a:p>
        </p:txBody>
      </p:sp>
      <p:sp>
        <p:nvSpPr>
          <p:cNvPr id="10" name="page-number">
            <a:extLst>
              <a:ext uri="{FF2B5EF4-FFF2-40B4-BE49-F238E27FC236}">
                <a16:creationId xmlns:a16="http://schemas.microsoft.com/office/drawing/2014/main" id="{6983D5A4-1071-24CD-900C-A63C8F212F09}"/>
              </a:ext>
            </a:extLst>
          </p:cNvPr>
          <p:cNvSpPr>
            <a:spLocks noGrp="1"/>
          </p:cNvSpPr>
          <p:nvPr/>
        </p:nvSpPr>
        <p:spPr>
          <a:xfrm>
            <a:off x="10915650" y="552450"/>
            <a:ext cx="1162050" cy="304800"/>
          </a:xfrm>
          <a:prstGeom prst="rect">
            <a:avLst/>
          </a:prstGeom>
          <a:noFill/>
          <a:ln w="0">
            <a:noFill/>
          </a:ln>
        </p:spPr>
        <p:txBody>
          <a:bodyPr wrap="square" lIns="0" tIns="0" rIns="0" bIns="0" anchor="ctr">
            <a:noAutofit/>
          </a:bodyPr>
          <a:lstStyle/>
          <a:p>
            <a:pPr algn="r">
              <a:buNone/>
            </a:pPr>
            <a:r>
              <a:rPr sz="1400" b="0">
                <a:solidFill>
                  <a:srgbClr val="657B8F"/>
                </a:solidFill>
                <a:latin typeface="Malgun Gothic"/>
                <a:ea typeface="Malgun Gothic"/>
                <a:cs typeface="Malgun Gothic"/>
              </a:rPr>
              <a:t>04 / 10</a:t>
            </a:r>
          </a:p>
        </p:txBody>
      </p:sp>
    </p:spTree>
    <p:extLst>
      <p:ext uri="{BB962C8B-B14F-4D97-AF65-F5344CB8AC3E}">
        <p14:creationId xmlns:p14="http://schemas.microsoft.com/office/powerpoint/2010/main" val="1585067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2" name="header-background">
            <a:extLst>
              <a:ext uri="{FF2B5EF4-FFF2-40B4-BE49-F238E27FC236}">
                <a16:creationId xmlns:a16="http://schemas.microsoft.com/office/drawing/2014/main" id="{3AAB8FB0-B132-473A-9EA5-AA147FAC1B8A}"/>
              </a:ext>
            </a:extLst>
          </p:cNvPr>
          <p:cNvSpPr>
            <a:spLocks noGrp="1"/>
          </p:cNvSpPr>
          <p:nvPr/>
        </p:nvSpPr>
        <p:spPr>
          <a:xfrm>
            <a:off x="0" y="0"/>
            <a:ext cx="12192000" cy="1000125"/>
          </a:xfrm>
          <a:prstGeom prst="rect">
            <a:avLst/>
          </a:prstGeom>
          <a:solidFill>
            <a:srgbClr val="FFFFFF"/>
          </a:solidFill>
          <a:ln w="0">
            <a:noFill/>
          </a:ln>
        </p:spPr>
        <p:txBody>
          <a:bodyPr/>
          <a:lstStyle/>
          <a:p>
            <a:endParaRPr/>
          </a:p>
        </p:txBody>
      </p:sp>
      <p:sp>
        <p:nvSpPr>
          <p:cNvPr id="2" name="section-badge">
            <a:extLst>
              <a:ext uri="{FF2B5EF4-FFF2-40B4-BE49-F238E27FC236}">
                <a16:creationId xmlns:a16="http://schemas.microsoft.com/office/drawing/2014/main" id="{81B0FCD5-0AE4-47F5-9021-6CF8E517ECDD}"/>
              </a:ext>
            </a:extLst>
          </p:cNvPr>
          <p:cNvSpPr>
            <a:spLocks noGrp="1"/>
          </p:cNvSpPr>
          <p:nvPr/>
        </p:nvSpPr>
        <p:spPr>
          <a:xfrm>
            <a:off x="457200" y="266700"/>
            <a:ext cx="533400" cy="533400"/>
          </a:xfrm>
          <a:prstGeom prst="roundRect">
            <a:avLst>
              <a:gd name="adj" fmla="val 50000"/>
            </a:avLst>
          </a:prstGeom>
          <a:solidFill>
            <a:srgbClr val="143F90"/>
          </a:solidFill>
          <a:ln w="0">
            <a:noFill/>
          </a:ln>
        </p:spPr>
        <p:txBody>
          <a:bodyPr/>
          <a:lstStyle/>
          <a:p>
            <a:endParaRPr/>
          </a:p>
        </p:txBody>
      </p:sp>
      <p:sp>
        <p:nvSpPr>
          <p:cNvPr id="3" name="section-number">
            <a:extLst>
              <a:ext uri="{FF2B5EF4-FFF2-40B4-BE49-F238E27FC236}">
                <a16:creationId xmlns:a16="http://schemas.microsoft.com/office/drawing/2014/main" id="{B742973F-33CD-4079-8DC0-AB5265572742}"/>
              </a:ext>
            </a:extLst>
          </p:cNvPr>
          <p:cNvSpPr>
            <a:spLocks noGrp="1"/>
          </p:cNvSpPr>
          <p:nvPr/>
        </p:nvSpPr>
        <p:spPr>
          <a:xfrm>
            <a:off x="457200" y="266700"/>
            <a:ext cx="533400" cy="533400"/>
          </a:xfrm>
          <a:prstGeom prst="rect">
            <a:avLst/>
          </a:prstGeom>
          <a:noFill/>
          <a:ln w="0">
            <a:noFill/>
          </a:ln>
        </p:spPr>
        <p:txBody>
          <a:bodyPr wrap="square" lIns="0" tIns="0" rIns="0" bIns="0" anchor="ctr">
            <a:noAutofit/>
          </a:bodyPr>
          <a:lstStyle/>
          <a:p>
            <a:pPr algn="ctr">
              <a:buNone/>
            </a:pPr>
            <a:r>
              <a:rPr sz="1650" b="1">
                <a:solidFill>
                  <a:srgbClr val="FFFFFF"/>
                </a:solidFill>
                <a:latin typeface="Malgun Gothic"/>
                <a:ea typeface="Malgun Gothic"/>
                <a:cs typeface="Malgun Gothic"/>
              </a:rPr>
              <a:t>02</a:t>
            </a:r>
          </a:p>
        </p:txBody>
      </p:sp>
      <p:sp>
        <p:nvSpPr>
          <p:cNvPr id="4" name="section-kicker">
            <a:extLst>
              <a:ext uri="{FF2B5EF4-FFF2-40B4-BE49-F238E27FC236}">
                <a16:creationId xmlns:a16="http://schemas.microsoft.com/office/drawing/2014/main" id="{AF49C1EE-A74B-4192-A923-DCA6152A5D25}"/>
              </a:ext>
            </a:extLst>
          </p:cNvPr>
          <p:cNvSpPr>
            <a:spLocks noGrp="1"/>
          </p:cNvSpPr>
          <p:nvPr/>
        </p:nvSpPr>
        <p:spPr>
          <a:xfrm>
            <a:off x="1200150" y="152400"/>
            <a:ext cx="7239000" cy="238125"/>
          </a:xfrm>
          <a:prstGeom prst="rect">
            <a:avLst/>
          </a:prstGeom>
          <a:noFill/>
          <a:ln w="0">
            <a:noFill/>
          </a:ln>
        </p:spPr>
        <p:txBody>
          <a:bodyPr wrap="square" lIns="0" tIns="0" rIns="0" bIns="0" anchor="ctr">
            <a:noAutofit/>
          </a:bodyPr>
          <a:lstStyle/>
          <a:p>
            <a:pPr algn="l">
              <a:buNone/>
            </a:pPr>
            <a:r>
              <a:rPr sz="1275" b="1">
                <a:solidFill>
                  <a:srgbClr val="0075C9"/>
                </a:solidFill>
                <a:latin typeface="Malgun Gothic"/>
                <a:ea typeface="Malgun Gothic"/>
                <a:cs typeface="Malgun Gothic"/>
              </a:rPr>
              <a:t>기술 구조와 실험 설계</a:t>
            </a:r>
          </a:p>
        </p:txBody>
      </p:sp>
      <p:sp>
        <p:nvSpPr>
          <p:cNvPr id="5" name="slide-title">
            <a:extLst>
              <a:ext uri="{FF2B5EF4-FFF2-40B4-BE49-F238E27FC236}">
                <a16:creationId xmlns:a16="http://schemas.microsoft.com/office/drawing/2014/main" id="{725EF7FB-C2FE-4AEA-984B-EF55D6DCC4EF}"/>
              </a:ext>
            </a:extLst>
          </p:cNvPr>
          <p:cNvSpPr>
            <a:spLocks noGrp="1"/>
          </p:cNvSpPr>
          <p:nvPr/>
        </p:nvSpPr>
        <p:spPr>
          <a:xfrm>
            <a:off x="1200150" y="400050"/>
            <a:ext cx="9144000" cy="457200"/>
          </a:xfrm>
          <a:prstGeom prst="rect">
            <a:avLst/>
          </a:prstGeom>
          <a:noFill/>
          <a:ln w="0">
            <a:noFill/>
          </a:ln>
        </p:spPr>
        <p:txBody>
          <a:bodyPr wrap="square" lIns="0" tIns="0" rIns="0" bIns="0" anchor="ctr">
            <a:noAutofit/>
          </a:bodyPr>
          <a:lstStyle/>
          <a:p>
            <a:r>
              <a:rPr sz="2325" b="1">
                <a:solidFill>
                  <a:srgbClr val="143F90"/>
                </a:solidFill>
                <a:latin typeface="Malgun Gothic"/>
                <a:ea typeface="Malgun Gothic"/>
                <a:cs typeface="Malgun Gothic"/>
              </a:rPr>
              <a:t>Unity ECS</a:t>
            </a:r>
          </a:p>
        </p:txBody>
      </p:sp>
      <p:sp>
        <p:nvSpPr>
          <p:cNvPr id="7" name="header-blue-line">
            <a:extLst>
              <a:ext uri="{FF2B5EF4-FFF2-40B4-BE49-F238E27FC236}">
                <a16:creationId xmlns:a16="http://schemas.microsoft.com/office/drawing/2014/main" id="{74AF277E-E226-46C4-B92E-0B5FCBEC4837}"/>
              </a:ext>
            </a:extLst>
          </p:cNvPr>
          <p:cNvSpPr>
            <a:spLocks noGrp="1"/>
          </p:cNvSpPr>
          <p:nvPr/>
        </p:nvSpPr>
        <p:spPr>
          <a:xfrm>
            <a:off x="0" y="1000125"/>
            <a:ext cx="12192000" cy="57150"/>
          </a:xfrm>
          <a:prstGeom prst="rect">
            <a:avLst/>
          </a:prstGeom>
          <a:solidFill>
            <a:srgbClr val="0075C9"/>
          </a:solidFill>
          <a:ln w="0">
            <a:noFill/>
          </a:ln>
        </p:spPr>
        <p:txBody>
          <a:bodyPr/>
          <a:lstStyle/>
          <a:p>
            <a:endParaRPr/>
          </a:p>
        </p:txBody>
      </p:sp>
      <p:sp>
        <p:nvSpPr>
          <p:cNvPr id="8" name="header-green-line">
            <a:extLst>
              <a:ext uri="{FF2B5EF4-FFF2-40B4-BE49-F238E27FC236}">
                <a16:creationId xmlns:a16="http://schemas.microsoft.com/office/drawing/2014/main" id="{625CAA6F-2758-43DF-9B70-E339F3BEA565}"/>
              </a:ext>
            </a:extLst>
          </p:cNvPr>
          <p:cNvSpPr>
            <a:spLocks noGrp="1"/>
          </p:cNvSpPr>
          <p:nvPr/>
        </p:nvSpPr>
        <p:spPr>
          <a:xfrm>
            <a:off x="0" y="1000125"/>
            <a:ext cx="2000250" cy="57150"/>
          </a:xfrm>
          <a:prstGeom prst="rect">
            <a:avLst/>
          </a:prstGeom>
          <a:solidFill>
            <a:srgbClr val="00A651"/>
          </a:solidFill>
          <a:ln w="0">
            <a:noFill/>
          </a:ln>
        </p:spPr>
        <p:txBody>
          <a:bodyPr/>
          <a:lstStyle/>
          <a:p>
            <a:endParaRPr/>
          </a:p>
        </p:txBody>
      </p:sp>
      <p:sp>
        <p:nvSpPr>
          <p:cNvPr id="23" name="content-heading">
            <a:extLst>
              <a:ext uri="{FF2B5EF4-FFF2-40B4-BE49-F238E27FC236}">
                <a16:creationId xmlns:a16="http://schemas.microsoft.com/office/drawing/2014/main" id="{F1C9E77D-D642-4317-8DBE-FD8EC44205CB}"/>
              </a:ext>
            </a:extLst>
          </p:cNvPr>
          <p:cNvSpPr>
            <a:spLocks noGrp="1"/>
          </p:cNvSpPr>
          <p:nvPr/>
        </p:nvSpPr>
        <p:spPr>
          <a:xfrm>
            <a:off x="685800" y="1333500"/>
            <a:ext cx="10820400" cy="361950"/>
          </a:xfrm>
          <a:prstGeom prst="rect">
            <a:avLst/>
          </a:prstGeom>
          <a:noFill/>
          <a:ln w="0">
            <a:noFill/>
          </a:ln>
        </p:spPr>
        <p:txBody>
          <a:bodyPr wrap="square" lIns="0" tIns="0" rIns="0" bIns="0" anchor="ctr">
            <a:noAutofit/>
          </a:bodyPr>
          <a:lstStyle/>
          <a:p>
            <a:pPr algn="l">
              <a:buNone/>
            </a:pPr>
            <a:r>
              <a:rPr sz="1725" b="1">
                <a:solidFill>
                  <a:srgbClr val="1D3550"/>
                </a:solidFill>
                <a:latin typeface="Malgun Gothic"/>
                <a:ea typeface="Malgun Gothic"/>
                <a:cs typeface="Malgun Gothic"/>
              </a:rPr>
              <a:t>② ECS 상태를 화면 출력으로 연결</a:t>
            </a:r>
          </a:p>
        </p:txBody>
      </p:sp>
      <p:sp>
        <p:nvSpPr>
          <p:cNvPr id="24" name="flow-card">
            <a:extLst>
              <a:ext uri="{FF2B5EF4-FFF2-40B4-BE49-F238E27FC236}">
                <a16:creationId xmlns:a16="http://schemas.microsoft.com/office/drawing/2014/main" id="{CF7AA4C9-662A-4E24-B815-F3EA26F27A77}"/>
              </a:ext>
            </a:extLst>
          </p:cNvPr>
          <p:cNvSpPr>
            <a:spLocks noGrp="1"/>
          </p:cNvSpPr>
          <p:nvPr/>
        </p:nvSpPr>
        <p:spPr>
          <a:xfrm>
            <a:off x="685800" y="2171700"/>
            <a:ext cx="3200400" cy="1619250"/>
          </a:xfrm>
          <a:prstGeom prst="roundRect">
            <a:avLst>
              <a:gd name="adj" fmla="val 4706"/>
            </a:avLst>
          </a:prstGeom>
          <a:solidFill>
            <a:srgbClr val="EAF3FB"/>
          </a:solidFill>
          <a:ln w="0">
            <a:solidFill>
              <a:schemeClr val="bg2">
                <a:lumMod val="90000"/>
              </a:schemeClr>
            </a:solidFill>
          </a:ln>
        </p:spPr>
        <p:txBody>
          <a:bodyPr/>
          <a:lstStyle/>
          <a:p>
            <a:endParaRPr/>
          </a:p>
        </p:txBody>
      </p:sp>
      <p:sp>
        <p:nvSpPr>
          <p:cNvPr id="25" name="flow-title">
            <a:extLst>
              <a:ext uri="{FF2B5EF4-FFF2-40B4-BE49-F238E27FC236}">
                <a16:creationId xmlns:a16="http://schemas.microsoft.com/office/drawing/2014/main" id="{39124654-58E2-4583-9680-742927C3B6AE}"/>
              </a:ext>
            </a:extLst>
          </p:cNvPr>
          <p:cNvSpPr>
            <a:spLocks noGrp="1"/>
          </p:cNvSpPr>
          <p:nvPr/>
        </p:nvSpPr>
        <p:spPr>
          <a:xfrm>
            <a:off x="685800" y="2513184"/>
            <a:ext cx="3200400" cy="514350"/>
          </a:xfrm>
          <a:prstGeom prst="rect">
            <a:avLst/>
          </a:prstGeom>
          <a:noFill/>
          <a:ln w="0">
            <a:noFill/>
          </a:ln>
        </p:spPr>
        <p:txBody>
          <a:bodyPr wrap="square" lIns="0" tIns="0" rIns="0" bIns="0" anchor="ctr">
            <a:noAutofit/>
          </a:bodyPr>
          <a:lstStyle/>
          <a:p>
            <a:pPr algn="ctr">
              <a:buNone/>
            </a:pPr>
            <a:r>
              <a:rPr sz="2000" b="1">
                <a:solidFill>
                  <a:srgbClr val="143F90"/>
                </a:solidFill>
                <a:latin typeface="Malgun Gothic"/>
                <a:ea typeface="Malgun Gothic"/>
                <a:cs typeface="Malgun Gothic"/>
              </a:rPr>
              <a:t>ECS 상태 갱신</a:t>
            </a:r>
          </a:p>
        </p:txBody>
      </p:sp>
      <p:sp>
        <p:nvSpPr>
          <p:cNvPr id="26" name="flow-subtitle">
            <a:extLst>
              <a:ext uri="{FF2B5EF4-FFF2-40B4-BE49-F238E27FC236}">
                <a16:creationId xmlns:a16="http://schemas.microsoft.com/office/drawing/2014/main" id="{6D1AEBC7-7F7E-4377-ACF7-5D3EABD04434}"/>
              </a:ext>
            </a:extLst>
          </p:cNvPr>
          <p:cNvSpPr>
            <a:spLocks noGrp="1"/>
          </p:cNvSpPr>
          <p:nvPr/>
        </p:nvSpPr>
        <p:spPr>
          <a:xfrm>
            <a:off x="933450" y="3218033"/>
            <a:ext cx="2705100" cy="228600"/>
          </a:xfrm>
          <a:prstGeom prst="rect">
            <a:avLst/>
          </a:prstGeom>
          <a:noFill/>
          <a:ln w="0">
            <a:noFill/>
          </a:ln>
        </p:spPr>
        <p:txBody>
          <a:bodyPr wrap="square" lIns="0" tIns="0" rIns="0" bIns="0" anchor="ctr">
            <a:noAutofit/>
          </a:bodyPr>
          <a:lstStyle/>
          <a:p>
            <a:pPr algn="ctr">
              <a:buNone/>
            </a:pPr>
            <a:r>
              <a:rPr sz="1400" b="0">
                <a:solidFill>
                  <a:schemeClr val="bg2">
                    <a:lumMod val="10000"/>
                  </a:schemeClr>
                </a:solidFill>
                <a:latin typeface="Malgun Gothic"/>
                <a:ea typeface="Malgun Gothic"/>
                <a:cs typeface="Malgun Gothic"/>
              </a:rPr>
              <a:t>상태 계산</a:t>
            </a:r>
          </a:p>
        </p:txBody>
      </p:sp>
      <p:sp>
        <p:nvSpPr>
          <p:cNvPr id="27" name="editable-arrow">
            <a:extLst>
              <a:ext uri="{FF2B5EF4-FFF2-40B4-BE49-F238E27FC236}">
                <a16:creationId xmlns:a16="http://schemas.microsoft.com/office/drawing/2014/main" id="{CBDDCAA7-18F3-4558-97A7-D3AD9F5842AC}"/>
              </a:ext>
            </a:extLst>
          </p:cNvPr>
          <p:cNvSpPr>
            <a:spLocks noGrp="1"/>
          </p:cNvSpPr>
          <p:nvPr/>
        </p:nvSpPr>
        <p:spPr>
          <a:xfrm>
            <a:off x="3962400" y="2819400"/>
            <a:ext cx="361950" cy="228600"/>
          </a:xfrm>
          <a:prstGeom prst="rightArrow">
            <a:avLst/>
          </a:prstGeom>
          <a:solidFill>
            <a:srgbClr val="0075C9"/>
          </a:solidFill>
          <a:ln w="0">
            <a:solidFill>
              <a:srgbClr val="0075C9"/>
            </a:solidFill>
          </a:ln>
        </p:spPr>
        <p:txBody>
          <a:bodyPr/>
          <a:lstStyle/>
          <a:p>
            <a:endParaRPr/>
          </a:p>
        </p:txBody>
      </p:sp>
      <p:sp>
        <p:nvSpPr>
          <p:cNvPr id="28" name="flow-card">
            <a:extLst>
              <a:ext uri="{FF2B5EF4-FFF2-40B4-BE49-F238E27FC236}">
                <a16:creationId xmlns:a16="http://schemas.microsoft.com/office/drawing/2014/main" id="{6736812D-9152-448D-8F76-4FC6EBD58875}"/>
              </a:ext>
            </a:extLst>
          </p:cNvPr>
          <p:cNvSpPr>
            <a:spLocks noGrp="1"/>
          </p:cNvSpPr>
          <p:nvPr/>
        </p:nvSpPr>
        <p:spPr>
          <a:xfrm>
            <a:off x="4419600" y="2171700"/>
            <a:ext cx="3200400" cy="1619250"/>
          </a:xfrm>
          <a:prstGeom prst="roundRect">
            <a:avLst>
              <a:gd name="adj" fmla="val 4706"/>
            </a:avLst>
          </a:prstGeom>
          <a:solidFill>
            <a:srgbClr val="EAF3FB"/>
          </a:solidFill>
          <a:ln w="0">
            <a:solidFill>
              <a:schemeClr val="bg2">
                <a:lumMod val="90000"/>
              </a:schemeClr>
            </a:solidFill>
          </a:ln>
        </p:spPr>
        <p:txBody>
          <a:bodyPr/>
          <a:lstStyle/>
          <a:p>
            <a:endParaRPr/>
          </a:p>
        </p:txBody>
      </p:sp>
      <p:sp>
        <p:nvSpPr>
          <p:cNvPr id="29" name="flow-title">
            <a:extLst>
              <a:ext uri="{FF2B5EF4-FFF2-40B4-BE49-F238E27FC236}">
                <a16:creationId xmlns:a16="http://schemas.microsoft.com/office/drawing/2014/main" id="{79D44B80-DAA3-4200-8F9C-EE141B009BF6}"/>
              </a:ext>
            </a:extLst>
          </p:cNvPr>
          <p:cNvSpPr>
            <a:spLocks noGrp="1"/>
          </p:cNvSpPr>
          <p:nvPr/>
        </p:nvSpPr>
        <p:spPr>
          <a:xfrm>
            <a:off x="4419600" y="2513184"/>
            <a:ext cx="3200400" cy="514350"/>
          </a:xfrm>
          <a:prstGeom prst="rect">
            <a:avLst/>
          </a:prstGeom>
          <a:noFill/>
          <a:ln w="0">
            <a:noFill/>
          </a:ln>
        </p:spPr>
        <p:txBody>
          <a:bodyPr wrap="square" lIns="0" tIns="0" rIns="0" bIns="0" anchor="ctr">
            <a:noAutofit/>
          </a:bodyPr>
          <a:lstStyle/>
          <a:p>
            <a:pPr algn="ctr">
              <a:buNone/>
            </a:pPr>
            <a:r>
              <a:rPr sz="2000" b="1">
                <a:solidFill>
                  <a:srgbClr val="143F90"/>
                </a:solidFill>
                <a:latin typeface="Malgun Gothic"/>
                <a:ea typeface="Malgun Gothic"/>
                <a:cs typeface="Malgun Gothic"/>
              </a:rPr>
              <a:t>GPU 인스턴스 데이터</a:t>
            </a:r>
          </a:p>
        </p:txBody>
      </p:sp>
      <p:sp>
        <p:nvSpPr>
          <p:cNvPr id="30" name="flow-subtitle">
            <a:extLst>
              <a:ext uri="{FF2B5EF4-FFF2-40B4-BE49-F238E27FC236}">
                <a16:creationId xmlns:a16="http://schemas.microsoft.com/office/drawing/2014/main" id="{A00873D9-52B6-4F37-93AB-E8D9853244B1}"/>
              </a:ext>
            </a:extLst>
          </p:cNvPr>
          <p:cNvSpPr>
            <a:spLocks noGrp="1"/>
          </p:cNvSpPr>
          <p:nvPr/>
        </p:nvSpPr>
        <p:spPr>
          <a:xfrm>
            <a:off x="4667250" y="3218033"/>
            <a:ext cx="2705100" cy="228600"/>
          </a:xfrm>
          <a:prstGeom prst="rect">
            <a:avLst/>
          </a:prstGeom>
          <a:noFill/>
          <a:ln w="0">
            <a:noFill/>
          </a:ln>
        </p:spPr>
        <p:txBody>
          <a:bodyPr wrap="square" lIns="0" tIns="0" rIns="0" bIns="0" anchor="ctr">
            <a:noAutofit/>
          </a:bodyPr>
          <a:lstStyle/>
          <a:p>
            <a:pPr algn="ctr">
              <a:buNone/>
            </a:pPr>
            <a:r>
              <a:rPr sz="1400" b="0">
                <a:solidFill>
                  <a:schemeClr val="bg2">
                    <a:lumMod val="10000"/>
                  </a:schemeClr>
                </a:solidFill>
                <a:latin typeface="Malgun Gothic"/>
                <a:ea typeface="Malgun Gothic"/>
                <a:cs typeface="Malgun Gothic"/>
              </a:rPr>
              <a:t>구성 · 전송</a:t>
            </a:r>
          </a:p>
        </p:txBody>
      </p:sp>
      <p:sp>
        <p:nvSpPr>
          <p:cNvPr id="31" name="editable-arrow">
            <a:extLst>
              <a:ext uri="{FF2B5EF4-FFF2-40B4-BE49-F238E27FC236}">
                <a16:creationId xmlns:a16="http://schemas.microsoft.com/office/drawing/2014/main" id="{C0642D70-D068-44CE-B5AE-EF0B427F220C}"/>
              </a:ext>
            </a:extLst>
          </p:cNvPr>
          <p:cNvSpPr>
            <a:spLocks noGrp="1"/>
          </p:cNvSpPr>
          <p:nvPr/>
        </p:nvSpPr>
        <p:spPr>
          <a:xfrm>
            <a:off x="7696200" y="2819400"/>
            <a:ext cx="361950" cy="228600"/>
          </a:xfrm>
          <a:prstGeom prst="rightArrow">
            <a:avLst/>
          </a:prstGeom>
          <a:solidFill>
            <a:srgbClr val="0075C9"/>
          </a:solidFill>
          <a:ln w="0">
            <a:solidFill>
              <a:srgbClr val="0075C9"/>
            </a:solidFill>
          </a:ln>
        </p:spPr>
        <p:txBody>
          <a:bodyPr/>
          <a:lstStyle/>
          <a:p>
            <a:endParaRPr/>
          </a:p>
        </p:txBody>
      </p:sp>
      <p:sp>
        <p:nvSpPr>
          <p:cNvPr id="32" name="flow-card">
            <a:extLst>
              <a:ext uri="{FF2B5EF4-FFF2-40B4-BE49-F238E27FC236}">
                <a16:creationId xmlns:a16="http://schemas.microsoft.com/office/drawing/2014/main" id="{743314E0-9953-4F11-A78F-C24B4F3B0EEB}"/>
              </a:ext>
            </a:extLst>
          </p:cNvPr>
          <p:cNvSpPr>
            <a:spLocks noGrp="1"/>
          </p:cNvSpPr>
          <p:nvPr/>
        </p:nvSpPr>
        <p:spPr>
          <a:xfrm>
            <a:off x="8153400" y="2171700"/>
            <a:ext cx="3200400" cy="1619250"/>
          </a:xfrm>
          <a:prstGeom prst="roundRect">
            <a:avLst>
              <a:gd name="adj" fmla="val 4706"/>
            </a:avLst>
          </a:prstGeom>
          <a:solidFill>
            <a:srgbClr val="EAF3FB"/>
          </a:solidFill>
          <a:ln w="0">
            <a:solidFill>
              <a:schemeClr val="bg2">
                <a:lumMod val="90000"/>
              </a:schemeClr>
            </a:solidFill>
          </a:ln>
        </p:spPr>
        <p:txBody>
          <a:bodyPr/>
          <a:lstStyle/>
          <a:p>
            <a:endParaRPr/>
          </a:p>
        </p:txBody>
      </p:sp>
      <p:sp>
        <p:nvSpPr>
          <p:cNvPr id="33" name="flow-title">
            <a:extLst>
              <a:ext uri="{FF2B5EF4-FFF2-40B4-BE49-F238E27FC236}">
                <a16:creationId xmlns:a16="http://schemas.microsoft.com/office/drawing/2014/main" id="{19DA91A0-2A07-41D4-B95A-A596FEB1EF4D}"/>
              </a:ext>
            </a:extLst>
          </p:cNvPr>
          <p:cNvSpPr>
            <a:spLocks noGrp="1"/>
          </p:cNvSpPr>
          <p:nvPr/>
        </p:nvSpPr>
        <p:spPr>
          <a:xfrm>
            <a:off x="8153400" y="2513184"/>
            <a:ext cx="3200400" cy="514350"/>
          </a:xfrm>
          <a:prstGeom prst="rect">
            <a:avLst/>
          </a:prstGeom>
          <a:noFill/>
          <a:ln w="0">
            <a:noFill/>
          </a:ln>
        </p:spPr>
        <p:txBody>
          <a:bodyPr wrap="square" lIns="0" tIns="0" rIns="0" bIns="0" anchor="ctr">
            <a:noAutofit/>
          </a:bodyPr>
          <a:lstStyle/>
          <a:p>
            <a:pPr algn="ctr">
              <a:lnSpc>
                <a:spcPct val="150000"/>
              </a:lnSpc>
              <a:buNone/>
            </a:pPr>
            <a:r>
              <a:rPr sz="2000" b="1">
                <a:solidFill>
                  <a:srgbClr val="143F90"/>
                </a:solidFill>
                <a:latin typeface="Malgun Gothic"/>
                <a:ea typeface="Malgun Gothic"/>
                <a:cs typeface="Malgun Gothic"/>
              </a:rPr>
              <a:t>렌더링 작업 구성 · 제출</a:t>
            </a:r>
          </a:p>
        </p:txBody>
      </p:sp>
      <p:sp>
        <p:nvSpPr>
          <p:cNvPr id="34" name="flow-subtitle">
            <a:extLst>
              <a:ext uri="{FF2B5EF4-FFF2-40B4-BE49-F238E27FC236}">
                <a16:creationId xmlns:a16="http://schemas.microsoft.com/office/drawing/2014/main" id="{71894024-0DC5-4C3A-A374-0947EDFBD06D}"/>
              </a:ext>
            </a:extLst>
          </p:cNvPr>
          <p:cNvSpPr>
            <a:spLocks noGrp="1"/>
          </p:cNvSpPr>
          <p:nvPr/>
        </p:nvSpPr>
        <p:spPr>
          <a:xfrm>
            <a:off x="8401050" y="3218033"/>
            <a:ext cx="2705100" cy="228600"/>
          </a:xfrm>
          <a:prstGeom prst="rect">
            <a:avLst/>
          </a:prstGeom>
          <a:noFill/>
          <a:ln w="0">
            <a:noFill/>
          </a:ln>
        </p:spPr>
        <p:txBody>
          <a:bodyPr wrap="square" lIns="0" tIns="0" rIns="0" bIns="0" anchor="ctr">
            <a:noAutofit/>
          </a:bodyPr>
          <a:lstStyle/>
          <a:p>
            <a:pPr algn="ctr">
              <a:buNone/>
            </a:pPr>
            <a:r>
              <a:rPr sz="1400" b="0">
                <a:solidFill>
                  <a:schemeClr val="bg2">
                    <a:lumMod val="10000"/>
                  </a:schemeClr>
                </a:solidFill>
                <a:latin typeface="Malgun Gothic"/>
                <a:ea typeface="Malgun Gothic"/>
                <a:cs typeface="Malgun Gothic"/>
              </a:rPr>
              <a:t>명령 준비</a:t>
            </a:r>
          </a:p>
        </p:txBody>
      </p:sp>
      <p:sp>
        <p:nvSpPr>
          <p:cNvPr id="35" name="connection-card">
            <a:extLst>
              <a:ext uri="{FF2B5EF4-FFF2-40B4-BE49-F238E27FC236}">
                <a16:creationId xmlns:a16="http://schemas.microsoft.com/office/drawing/2014/main" id="{A1151391-2AA3-4855-98BB-FB7587B59B9A}"/>
              </a:ext>
            </a:extLst>
          </p:cNvPr>
          <p:cNvSpPr>
            <a:spLocks noGrp="1"/>
          </p:cNvSpPr>
          <p:nvPr/>
        </p:nvSpPr>
        <p:spPr>
          <a:xfrm>
            <a:off x="685800" y="4512870"/>
            <a:ext cx="10820400" cy="1345005"/>
          </a:xfrm>
          <a:prstGeom prst="roundRect">
            <a:avLst>
              <a:gd name="adj" fmla="val 21488"/>
            </a:avLst>
          </a:prstGeom>
          <a:solidFill>
            <a:srgbClr val="143F90"/>
          </a:solidFill>
          <a:ln w="0">
            <a:solidFill>
              <a:srgbClr val="143F90"/>
            </a:solidFill>
          </a:ln>
        </p:spPr>
        <p:txBody>
          <a:bodyPr/>
          <a:lstStyle/>
          <a:p>
            <a:endParaRPr/>
          </a:p>
        </p:txBody>
      </p:sp>
      <p:sp>
        <p:nvSpPr>
          <p:cNvPr id="36" name="connection-label">
            <a:extLst>
              <a:ext uri="{FF2B5EF4-FFF2-40B4-BE49-F238E27FC236}">
                <a16:creationId xmlns:a16="http://schemas.microsoft.com/office/drawing/2014/main" id="{148AEC79-95EE-412E-B466-39E4A5521FA8}"/>
              </a:ext>
            </a:extLst>
          </p:cNvPr>
          <p:cNvSpPr>
            <a:spLocks noGrp="1"/>
          </p:cNvSpPr>
          <p:nvPr/>
        </p:nvSpPr>
        <p:spPr>
          <a:xfrm>
            <a:off x="1000125" y="5023447"/>
            <a:ext cx="1952625" cy="323850"/>
          </a:xfrm>
          <a:prstGeom prst="rect">
            <a:avLst/>
          </a:prstGeom>
          <a:noFill/>
          <a:ln w="0">
            <a:noFill/>
          </a:ln>
        </p:spPr>
        <p:txBody>
          <a:bodyPr wrap="square" lIns="0" tIns="0" rIns="0" bIns="0" anchor="ctr">
            <a:noAutofit/>
          </a:bodyPr>
          <a:lstStyle/>
          <a:p>
            <a:r>
              <a:rPr sz="2000" b="1">
                <a:solidFill>
                  <a:schemeClr val="accent1">
                    <a:lumMod val="20000"/>
                    <a:lumOff val="80000"/>
                  </a:schemeClr>
                </a:solidFill>
                <a:latin typeface="Malgun Gothic"/>
                <a:ea typeface="Malgun Gothic"/>
                <a:cs typeface="Malgun Gothic"/>
              </a:rPr>
              <a:t>핵심 연결</a:t>
            </a:r>
          </a:p>
        </p:txBody>
      </p:sp>
      <p:sp>
        <p:nvSpPr>
          <p:cNvPr id="37" name="connection-divider">
            <a:extLst>
              <a:ext uri="{FF2B5EF4-FFF2-40B4-BE49-F238E27FC236}">
                <a16:creationId xmlns:a16="http://schemas.microsoft.com/office/drawing/2014/main" id="{74A0AEC9-7BB0-4EC3-9CA4-D1295459F311}"/>
              </a:ext>
            </a:extLst>
          </p:cNvPr>
          <p:cNvSpPr>
            <a:spLocks noGrp="1"/>
          </p:cNvSpPr>
          <p:nvPr/>
        </p:nvSpPr>
        <p:spPr>
          <a:xfrm>
            <a:off x="2401242" y="4642546"/>
            <a:ext cx="45719" cy="990600"/>
          </a:xfrm>
          <a:prstGeom prst="rect">
            <a:avLst/>
          </a:prstGeom>
          <a:solidFill>
            <a:srgbClr val="50B7DE"/>
          </a:solidFill>
          <a:ln w="0">
            <a:solidFill>
              <a:srgbClr val="50B7DE"/>
            </a:solidFill>
          </a:ln>
        </p:spPr>
        <p:txBody>
          <a:bodyPr/>
          <a:lstStyle/>
          <a:p>
            <a:endParaRPr>
              <a:solidFill>
                <a:schemeClr val="tx2">
                  <a:lumMod val="50000"/>
                  <a:lumOff val="50000"/>
                </a:schemeClr>
              </a:solidFill>
            </a:endParaRPr>
          </a:p>
        </p:txBody>
      </p:sp>
      <p:sp>
        <p:nvSpPr>
          <p:cNvPr id="38" name="connection-body">
            <a:extLst>
              <a:ext uri="{FF2B5EF4-FFF2-40B4-BE49-F238E27FC236}">
                <a16:creationId xmlns:a16="http://schemas.microsoft.com/office/drawing/2014/main" id="{C98C6438-742E-4E1C-B385-ADC8292E04E9}"/>
              </a:ext>
            </a:extLst>
          </p:cNvPr>
          <p:cNvSpPr>
            <a:spLocks noGrp="1"/>
          </p:cNvSpPr>
          <p:nvPr/>
        </p:nvSpPr>
        <p:spPr>
          <a:xfrm>
            <a:off x="3671604" y="4775896"/>
            <a:ext cx="7086600" cy="723900"/>
          </a:xfrm>
          <a:prstGeom prst="rect">
            <a:avLst/>
          </a:prstGeom>
          <a:noFill/>
          <a:ln w="0">
            <a:noFill/>
          </a:ln>
        </p:spPr>
        <p:txBody>
          <a:bodyPr wrap="square" lIns="0" tIns="0" rIns="0" bIns="0" anchor="ctr">
            <a:noAutofit/>
          </a:bodyPr>
          <a:lstStyle/>
          <a:p>
            <a:pPr algn="ctr">
              <a:lnSpc>
                <a:spcPct val="150000"/>
              </a:lnSpc>
              <a:buNone/>
            </a:pPr>
            <a:r>
              <a:rPr sz="2000" b="1">
                <a:solidFill>
                  <a:srgbClr val="00B050"/>
                </a:solidFill>
                <a:latin typeface="Malgun Gothic"/>
                <a:ea typeface="Malgun Gothic"/>
                <a:cs typeface="Malgun Gothic"/>
              </a:rPr>
              <a:t>ECS</a:t>
            </a:r>
            <a:r>
              <a:rPr sz="2000" b="0">
                <a:solidFill>
                  <a:schemeClr val="bg1"/>
                </a:solidFill>
                <a:latin typeface="Malgun Gothic"/>
                <a:ea typeface="Malgun Gothic"/>
                <a:cs typeface="Malgun Gothic"/>
              </a:rPr>
              <a:t>는</a:t>
            </a:r>
            <a:r>
              <a:rPr sz="2000" b="0">
                <a:solidFill>
                  <a:srgbClr val="00B050"/>
                </a:solidFill>
                <a:latin typeface="Malgun Gothic"/>
                <a:ea typeface="Malgun Gothic"/>
                <a:cs typeface="Malgun Gothic"/>
              </a:rPr>
              <a:t> 상태를 갱신</a:t>
            </a:r>
            <a:r>
              <a:rPr sz="2000" b="0">
                <a:solidFill>
                  <a:srgbClr val="FFFFFF"/>
                </a:solidFill>
                <a:latin typeface="Malgun Gothic"/>
                <a:ea typeface="Malgun Gothic"/>
                <a:cs typeface="Malgun Gothic"/>
              </a:rPr>
              <a:t>하고,</a:t>
            </a:r>
          </a:p>
          <a:p>
            <a:pPr algn="ctr">
              <a:lnSpc>
                <a:spcPct val="150000"/>
              </a:lnSpc>
              <a:buNone/>
            </a:pPr>
            <a:r>
              <a:rPr sz="2000" b="1">
                <a:solidFill>
                  <a:srgbClr val="00B050"/>
                </a:solidFill>
                <a:latin typeface="Malgun Gothic"/>
                <a:ea typeface="Malgun Gothic"/>
                <a:cs typeface="Malgun Gothic"/>
              </a:rPr>
              <a:t>렌더링 경로</a:t>
            </a:r>
            <a:r>
              <a:rPr sz="2000" b="0">
                <a:solidFill>
                  <a:srgbClr val="FFFFFF"/>
                </a:solidFill>
                <a:latin typeface="Malgun Gothic"/>
                <a:ea typeface="Malgun Gothic"/>
                <a:cs typeface="Malgun Gothic"/>
              </a:rPr>
              <a:t>는 그 상태를 </a:t>
            </a:r>
            <a:r>
              <a:rPr sz="2000" b="0">
                <a:solidFill>
                  <a:srgbClr val="00B050"/>
                </a:solidFill>
                <a:latin typeface="Malgun Gothic"/>
                <a:ea typeface="Malgun Gothic"/>
                <a:cs typeface="Malgun Gothic"/>
              </a:rPr>
              <a:t>화면 출력으로 연결</a:t>
            </a:r>
          </a:p>
        </p:txBody>
      </p:sp>
      <p:sp>
        <p:nvSpPr>
          <p:cNvPr id="10" name="page-number">
            <a:extLst>
              <a:ext uri="{FF2B5EF4-FFF2-40B4-BE49-F238E27FC236}">
                <a16:creationId xmlns:a16="http://schemas.microsoft.com/office/drawing/2014/main" id="{834903ED-932D-86BE-9BA1-00CB57C09DF8}"/>
              </a:ext>
            </a:extLst>
          </p:cNvPr>
          <p:cNvSpPr>
            <a:spLocks noGrp="1"/>
          </p:cNvSpPr>
          <p:nvPr/>
        </p:nvSpPr>
        <p:spPr>
          <a:xfrm>
            <a:off x="10915650" y="552450"/>
            <a:ext cx="1162050" cy="304800"/>
          </a:xfrm>
          <a:prstGeom prst="rect">
            <a:avLst/>
          </a:prstGeom>
          <a:noFill/>
          <a:ln w="0">
            <a:noFill/>
          </a:ln>
        </p:spPr>
        <p:txBody>
          <a:bodyPr wrap="square" lIns="0" tIns="0" rIns="0" bIns="0" anchor="ctr">
            <a:noAutofit/>
          </a:bodyPr>
          <a:lstStyle/>
          <a:p>
            <a:pPr algn="r">
              <a:buNone/>
            </a:pPr>
            <a:r>
              <a:rPr sz="1400" b="0">
                <a:solidFill>
                  <a:srgbClr val="657B8F"/>
                </a:solidFill>
                <a:latin typeface="Malgun Gothic"/>
                <a:ea typeface="Malgun Gothic"/>
                <a:cs typeface="Malgun Gothic"/>
              </a:rPr>
              <a:t>05 / 10</a:t>
            </a:r>
          </a:p>
        </p:txBody>
      </p:sp>
    </p:spTree>
    <p:extLst>
      <p:ext uri="{BB962C8B-B14F-4D97-AF65-F5344CB8AC3E}">
        <p14:creationId xmlns:p14="http://schemas.microsoft.com/office/powerpoint/2010/main" val="1585067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0" name="header-background">
            <a:extLst>
              <a:ext uri="{FF2B5EF4-FFF2-40B4-BE49-F238E27FC236}">
                <a16:creationId xmlns:a16="http://schemas.microsoft.com/office/drawing/2014/main" id="{13C04508-C1CC-4E06-B75C-77D02438B43B}"/>
              </a:ext>
            </a:extLst>
          </p:cNvPr>
          <p:cNvSpPr>
            <a:spLocks noGrp="1"/>
          </p:cNvSpPr>
          <p:nvPr/>
        </p:nvSpPr>
        <p:spPr>
          <a:xfrm>
            <a:off x="0" y="0"/>
            <a:ext cx="12192000" cy="1000125"/>
          </a:xfrm>
          <a:prstGeom prst="rect">
            <a:avLst/>
          </a:prstGeom>
          <a:solidFill>
            <a:srgbClr val="FFFFFF"/>
          </a:solidFill>
          <a:ln w="0">
            <a:noFill/>
          </a:ln>
        </p:spPr>
        <p:txBody>
          <a:bodyPr/>
          <a:lstStyle/>
          <a:p>
            <a:endParaRPr/>
          </a:p>
        </p:txBody>
      </p:sp>
      <p:sp>
        <p:nvSpPr>
          <p:cNvPr id="21" name="section-badge">
            <a:extLst>
              <a:ext uri="{FF2B5EF4-FFF2-40B4-BE49-F238E27FC236}">
                <a16:creationId xmlns:a16="http://schemas.microsoft.com/office/drawing/2014/main" id="{2DDCD9F2-ABE7-432B-B3AD-3AC3719DD9E6}"/>
              </a:ext>
            </a:extLst>
          </p:cNvPr>
          <p:cNvSpPr>
            <a:spLocks noGrp="1"/>
          </p:cNvSpPr>
          <p:nvPr/>
        </p:nvSpPr>
        <p:spPr>
          <a:xfrm>
            <a:off x="457200" y="266700"/>
            <a:ext cx="533400" cy="533400"/>
          </a:xfrm>
          <a:prstGeom prst="roundRect">
            <a:avLst>
              <a:gd name="adj" fmla="val 50000"/>
            </a:avLst>
          </a:prstGeom>
          <a:solidFill>
            <a:srgbClr val="143F90"/>
          </a:solidFill>
          <a:ln w="0">
            <a:noFill/>
          </a:ln>
        </p:spPr>
        <p:txBody>
          <a:bodyPr/>
          <a:lstStyle/>
          <a:p>
            <a:endParaRPr/>
          </a:p>
        </p:txBody>
      </p:sp>
      <p:sp>
        <p:nvSpPr>
          <p:cNvPr id="22" name="section-number">
            <a:extLst>
              <a:ext uri="{FF2B5EF4-FFF2-40B4-BE49-F238E27FC236}">
                <a16:creationId xmlns:a16="http://schemas.microsoft.com/office/drawing/2014/main" id="{D6A18C3B-6D1D-4F6D-9428-6D2DA34C65E7}"/>
              </a:ext>
            </a:extLst>
          </p:cNvPr>
          <p:cNvSpPr>
            <a:spLocks noGrp="1"/>
          </p:cNvSpPr>
          <p:nvPr/>
        </p:nvSpPr>
        <p:spPr>
          <a:xfrm>
            <a:off x="457200" y="266700"/>
            <a:ext cx="533400" cy="533400"/>
          </a:xfrm>
          <a:prstGeom prst="rect">
            <a:avLst/>
          </a:prstGeom>
          <a:noFill/>
          <a:ln w="0">
            <a:noFill/>
          </a:ln>
        </p:spPr>
        <p:txBody>
          <a:bodyPr wrap="square" lIns="0" tIns="0" rIns="0" bIns="0" anchor="ctr">
            <a:noAutofit/>
          </a:bodyPr>
          <a:lstStyle/>
          <a:p>
            <a:pPr algn="ctr">
              <a:buNone/>
            </a:pPr>
            <a:r>
              <a:rPr sz="1650" b="1">
                <a:solidFill>
                  <a:srgbClr val="FFFFFF"/>
                </a:solidFill>
                <a:latin typeface="Malgun Gothic"/>
                <a:ea typeface="Malgun Gothic"/>
                <a:cs typeface="Malgun Gothic"/>
              </a:rPr>
              <a:t>02</a:t>
            </a:r>
          </a:p>
        </p:txBody>
      </p:sp>
      <p:sp>
        <p:nvSpPr>
          <p:cNvPr id="23" name="section-kicker">
            <a:extLst>
              <a:ext uri="{FF2B5EF4-FFF2-40B4-BE49-F238E27FC236}">
                <a16:creationId xmlns:a16="http://schemas.microsoft.com/office/drawing/2014/main" id="{567FCDBE-86E7-459B-B7F0-1B97BD2794DB}"/>
              </a:ext>
            </a:extLst>
          </p:cNvPr>
          <p:cNvSpPr>
            <a:spLocks noGrp="1"/>
          </p:cNvSpPr>
          <p:nvPr/>
        </p:nvSpPr>
        <p:spPr>
          <a:xfrm>
            <a:off x="1200150" y="152400"/>
            <a:ext cx="7239000" cy="238125"/>
          </a:xfrm>
          <a:prstGeom prst="rect">
            <a:avLst/>
          </a:prstGeom>
          <a:noFill/>
          <a:ln w="0">
            <a:noFill/>
          </a:ln>
        </p:spPr>
        <p:txBody>
          <a:bodyPr wrap="square" lIns="0" tIns="0" rIns="0" bIns="0" anchor="ctr">
            <a:noAutofit/>
          </a:bodyPr>
          <a:lstStyle/>
          <a:p>
            <a:pPr algn="l">
              <a:buNone/>
            </a:pPr>
            <a:r>
              <a:rPr sz="1275" b="1">
                <a:solidFill>
                  <a:srgbClr val="0075C9"/>
                </a:solidFill>
                <a:latin typeface="Malgun Gothic"/>
                <a:ea typeface="Malgun Gothic"/>
                <a:cs typeface="Malgun Gothic"/>
              </a:rPr>
              <a:t>기술 구조와 실험 설계</a:t>
            </a:r>
          </a:p>
        </p:txBody>
      </p:sp>
      <p:sp>
        <p:nvSpPr>
          <p:cNvPr id="24" name="slide-title">
            <a:extLst>
              <a:ext uri="{FF2B5EF4-FFF2-40B4-BE49-F238E27FC236}">
                <a16:creationId xmlns:a16="http://schemas.microsoft.com/office/drawing/2014/main" id="{E69BC3A0-1597-40A8-A803-B60FCED0461E}"/>
              </a:ext>
            </a:extLst>
          </p:cNvPr>
          <p:cNvSpPr>
            <a:spLocks noGrp="1"/>
          </p:cNvSpPr>
          <p:nvPr/>
        </p:nvSpPr>
        <p:spPr>
          <a:xfrm>
            <a:off x="1200150" y="400050"/>
            <a:ext cx="9144000" cy="457200"/>
          </a:xfrm>
          <a:prstGeom prst="rect">
            <a:avLst/>
          </a:prstGeom>
          <a:noFill/>
          <a:ln w="0">
            <a:noFill/>
          </a:ln>
        </p:spPr>
        <p:txBody>
          <a:bodyPr wrap="square" lIns="0" tIns="0" rIns="0" bIns="0" anchor="ctr">
            <a:noAutofit/>
          </a:bodyPr>
          <a:lstStyle/>
          <a:p>
            <a:pPr algn="l">
              <a:buNone/>
            </a:pPr>
            <a:r>
              <a:rPr sz="2325" b="1">
                <a:solidFill>
                  <a:srgbClr val="143F90"/>
                </a:solidFill>
                <a:latin typeface="Malgun Gothic"/>
                <a:ea typeface="Malgun Gothic"/>
                <a:cs typeface="Malgun Gothic"/>
              </a:rPr>
              <a:t>렌더링　경로</a:t>
            </a:r>
          </a:p>
        </p:txBody>
      </p:sp>
      <p:sp>
        <p:nvSpPr>
          <p:cNvPr id="26" name="header-blue-line">
            <a:extLst>
              <a:ext uri="{FF2B5EF4-FFF2-40B4-BE49-F238E27FC236}">
                <a16:creationId xmlns:a16="http://schemas.microsoft.com/office/drawing/2014/main" id="{8F0F4AFD-D38E-4485-9A90-4D5980CEEC76}"/>
              </a:ext>
            </a:extLst>
          </p:cNvPr>
          <p:cNvSpPr>
            <a:spLocks noGrp="1"/>
          </p:cNvSpPr>
          <p:nvPr/>
        </p:nvSpPr>
        <p:spPr>
          <a:xfrm>
            <a:off x="0" y="1000125"/>
            <a:ext cx="12192000" cy="57150"/>
          </a:xfrm>
          <a:prstGeom prst="rect">
            <a:avLst/>
          </a:prstGeom>
          <a:solidFill>
            <a:srgbClr val="0075C9"/>
          </a:solidFill>
          <a:ln w="0">
            <a:noFill/>
          </a:ln>
        </p:spPr>
        <p:txBody>
          <a:bodyPr/>
          <a:lstStyle/>
          <a:p>
            <a:endParaRPr/>
          </a:p>
        </p:txBody>
      </p:sp>
      <p:sp>
        <p:nvSpPr>
          <p:cNvPr id="27" name="header-green-line">
            <a:extLst>
              <a:ext uri="{FF2B5EF4-FFF2-40B4-BE49-F238E27FC236}">
                <a16:creationId xmlns:a16="http://schemas.microsoft.com/office/drawing/2014/main" id="{0ABBBC2B-15C4-48D2-B5FD-D3D60D4FE0D2}"/>
              </a:ext>
            </a:extLst>
          </p:cNvPr>
          <p:cNvSpPr>
            <a:spLocks noGrp="1"/>
          </p:cNvSpPr>
          <p:nvPr/>
        </p:nvSpPr>
        <p:spPr>
          <a:xfrm>
            <a:off x="0" y="1000125"/>
            <a:ext cx="2000250" cy="57150"/>
          </a:xfrm>
          <a:prstGeom prst="rect">
            <a:avLst/>
          </a:prstGeom>
          <a:solidFill>
            <a:srgbClr val="00A651"/>
          </a:solidFill>
          <a:ln w="0">
            <a:noFill/>
          </a:ln>
        </p:spPr>
        <p:txBody>
          <a:bodyPr/>
          <a:lstStyle/>
          <a:p>
            <a:endParaRPr/>
          </a:p>
        </p:txBody>
      </p:sp>
      <p:sp>
        <p:nvSpPr>
          <p:cNvPr id="28" name="content-heading">
            <a:extLst>
              <a:ext uri="{FF2B5EF4-FFF2-40B4-BE49-F238E27FC236}">
                <a16:creationId xmlns:a16="http://schemas.microsoft.com/office/drawing/2014/main" id="{229B7611-B5FB-4138-8D8B-8603182DD0C4}"/>
              </a:ext>
            </a:extLst>
          </p:cNvPr>
          <p:cNvSpPr>
            <a:spLocks noGrp="1"/>
          </p:cNvSpPr>
          <p:nvPr/>
        </p:nvSpPr>
        <p:spPr>
          <a:xfrm>
            <a:off x="685800" y="1333500"/>
            <a:ext cx="10820400" cy="361950"/>
          </a:xfrm>
          <a:prstGeom prst="rect">
            <a:avLst/>
          </a:prstGeom>
          <a:noFill/>
          <a:ln w="0">
            <a:noFill/>
          </a:ln>
        </p:spPr>
        <p:txBody>
          <a:bodyPr wrap="square" lIns="0" tIns="0" rIns="0" bIns="0" anchor="ctr">
            <a:noAutofit/>
          </a:bodyPr>
          <a:lstStyle/>
          <a:p>
            <a:pPr algn="l">
              <a:buNone/>
            </a:pPr>
            <a:r>
              <a:rPr sz="1725" b="1">
                <a:solidFill>
                  <a:srgbClr val="1D3550"/>
                </a:solidFill>
                <a:latin typeface="Malgun Gothic"/>
                <a:ea typeface="Malgun Gothic"/>
                <a:cs typeface="Malgun Gothic"/>
              </a:rPr>
              <a:t>③ 두 렌더링 경로</a:t>
            </a:r>
          </a:p>
        </p:txBody>
      </p:sp>
      <p:sp>
        <p:nvSpPr>
          <p:cNvPr id="29" name="comparison-card">
            <a:extLst>
              <a:ext uri="{FF2B5EF4-FFF2-40B4-BE49-F238E27FC236}">
                <a16:creationId xmlns:a16="http://schemas.microsoft.com/office/drawing/2014/main" id="{38E08CE5-DFE5-45EA-A50C-C25CDB8A244D}"/>
              </a:ext>
            </a:extLst>
          </p:cNvPr>
          <p:cNvSpPr>
            <a:spLocks noGrp="1"/>
          </p:cNvSpPr>
          <p:nvPr/>
        </p:nvSpPr>
        <p:spPr>
          <a:xfrm>
            <a:off x="685800" y="1952625"/>
            <a:ext cx="5257800" cy="2952750"/>
          </a:xfrm>
          <a:prstGeom prst="roundRect">
            <a:avLst>
              <a:gd name="adj" fmla="val 2581"/>
            </a:avLst>
          </a:prstGeom>
          <a:solidFill>
            <a:srgbClr val="FFFFFF"/>
          </a:solidFill>
          <a:ln w="0">
            <a:solidFill>
              <a:schemeClr val="bg2">
                <a:lumMod val="90000"/>
              </a:schemeClr>
            </a:solidFill>
          </a:ln>
        </p:spPr>
        <p:txBody>
          <a:bodyPr/>
          <a:lstStyle/>
          <a:p>
            <a:endParaRPr/>
          </a:p>
        </p:txBody>
      </p:sp>
      <p:sp>
        <p:nvSpPr>
          <p:cNvPr id="30" name="comparison-title-bar">
            <a:extLst>
              <a:ext uri="{FF2B5EF4-FFF2-40B4-BE49-F238E27FC236}">
                <a16:creationId xmlns:a16="http://schemas.microsoft.com/office/drawing/2014/main" id="{70D88841-B2BC-4AE6-9D0E-BE933ACFEA12}"/>
              </a:ext>
            </a:extLst>
          </p:cNvPr>
          <p:cNvSpPr>
            <a:spLocks noGrp="1"/>
          </p:cNvSpPr>
          <p:nvPr/>
        </p:nvSpPr>
        <p:spPr>
          <a:xfrm>
            <a:off x="895350" y="2153122"/>
            <a:ext cx="4838700" cy="552450"/>
          </a:xfrm>
          <a:prstGeom prst="roundRect">
            <a:avLst>
              <a:gd name="adj" fmla="val 38375"/>
            </a:avLst>
          </a:prstGeom>
          <a:solidFill>
            <a:srgbClr val="0075C9"/>
          </a:solidFill>
          <a:ln w="0">
            <a:solidFill>
              <a:srgbClr val="0075C9"/>
            </a:solidFill>
          </a:ln>
        </p:spPr>
        <p:txBody>
          <a:bodyPr/>
          <a:lstStyle/>
          <a:p>
            <a:endParaRPr/>
          </a:p>
        </p:txBody>
      </p:sp>
      <p:sp>
        <p:nvSpPr>
          <p:cNvPr id="31" name="comparison-title">
            <a:extLst>
              <a:ext uri="{FF2B5EF4-FFF2-40B4-BE49-F238E27FC236}">
                <a16:creationId xmlns:a16="http://schemas.microsoft.com/office/drawing/2014/main" id="{155B4AF9-CD3C-425C-94D6-A7F429101F8F}"/>
              </a:ext>
            </a:extLst>
          </p:cNvPr>
          <p:cNvSpPr>
            <a:spLocks noGrp="1"/>
          </p:cNvSpPr>
          <p:nvPr/>
        </p:nvSpPr>
        <p:spPr>
          <a:xfrm>
            <a:off x="1085850" y="2276475"/>
            <a:ext cx="4457700" cy="323850"/>
          </a:xfrm>
          <a:prstGeom prst="rect">
            <a:avLst/>
          </a:prstGeom>
          <a:noFill/>
          <a:ln w="0">
            <a:noFill/>
          </a:ln>
        </p:spPr>
        <p:txBody>
          <a:bodyPr wrap="square" lIns="0" tIns="0" rIns="0" bIns="0" anchor="ctr">
            <a:noAutofit/>
          </a:bodyPr>
          <a:lstStyle/>
          <a:p>
            <a:pPr algn="l">
              <a:buNone/>
            </a:pPr>
            <a:r>
              <a:rPr sz="2000" b="1" dirty="0">
                <a:solidFill>
                  <a:srgbClr val="FFFFFF"/>
                </a:solidFill>
                <a:latin typeface="Malgun Gothic"/>
                <a:ea typeface="Malgun Gothic"/>
                <a:cs typeface="Malgun Gothic"/>
              </a:rPr>
              <a:t>RMI</a:t>
            </a:r>
            <a:r>
              <a:rPr sz="1200" b="1" dirty="0">
                <a:solidFill>
                  <a:srgbClr val="FFFFFF"/>
                </a:solidFill>
                <a:latin typeface="Malgun Gothic"/>
                <a:ea typeface="Malgun Gothic"/>
                <a:cs typeface="Malgun Gothic"/>
              </a:rPr>
              <a:t> · </a:t>
            </a:r>
            <a:r>
              <a:rPr sz="1400" dirty="0" err="1">
                <a:solidFill>
                  <a:srgbClr val="FFFFFF"/>
                </a:solidFill>
                <a:latin typeface="Malgun Gothic"/>
                <a:ea typeface="Malgun Gothic"/>
                <a:cs typeface="Malgun Gothic"/>
              </a:rPr>
              <a:t>Graphics.RenderMeshIndirect</a:t>
            </a:r>
            <a:endParaRPr sz="1200" dirty="0">
              <a:solidFill>
                <a:srgbClr val="FFFFFF"/>
              </a:solidFill>
              <a:latin typeface="Malgun Gothic"/>
              <a:ea typeface="Malgun Gothic"/>
              <a:cs typeface="Malgun Gothic"/>
            </a:endParaRPr>
          </a:p>
        </p:txBody>
      </p:sp>
      <p:sp>
        <p:nvSpPr>
          <p:cNvPr id="32" name="comparison-body">
            <a:extLst>
              <a:ext uri="{FF2B5EF4-FFF2-40B4-BE49-F238E27FC236}">
                <a16:creationId xmlns:a16="http://schemas.microsoft.com/office/drawing/2014/main" id="{1064FC41-CC0C-4558-8745-7C1E1C6D11F2}"/>
              </a:ext>
            </a:extLst>
          </p:cNvPr>
          <p:cNvSpPr>
            <a:spLocks noGrp="1"/>
          </p:cNvSpPr>
          <p:nvPr/>
        </p:nvSpPr>
        <p:spPr>
          <a:xfrm>
            <a:off x="1085850" y="3124200"/>
            <a:ext cx="4457700" cy="1143000"/>
          </a:xfrm>
          <a:prstGeom prst="rect">
            <a:avLst/>
          </a:prstGeom>
          <a:noFill/>
          <a:ln w="0">
            <a:noFill/>
          </a:ln>
        </p:spPr>
        <p:txBody>
          <a:bodyPr wrap="square" lIns="0" tIns="0" rIns="0" bIns="0" anchor="ctr">
            <a:noAutofit/>
          </a:bodyPr>
          <a:lstStyle/>
          <a:p>
            <a:pPr marL="285750" indent="-285750" algn="l">
              <a:lnSpc>
                <a:spcPct val="150000"/>
              </a:lnSpc>
              <a:buFont typeface="Arial"/>
              <a:buChar char="•"/>
            </a:pPr>
            <a:r>
              <a:rPr sz="1350" b="1">
                <a:solidFill>
                  <a:srgbClr val="1D3550"/>
                </a:solidFill>
                <a:latin typeface="Malgun Gothic"/>
                <a:ea typeface="Malgun Gothic"/>
                <a:cs typeface="Malgun Gothic"/>
              </a:rPr>
              <a:t>간접 명령 기반 렌더링 경로</a:t>
            </a:r>
          </a:p>
          <a:p>
            <a:pPr marL="285750" indent="-285750">
              <a:lnSpc>
                <a:spcPct val="150000"/>
              </a:lnSpc>
              <a:buFont typeface="Arial"/>
              <a:buChar char="•"/>
            </a:pPr>
            <a:endParaRPr sz="1350" b="1">
              <a:solidFill>
                <a:srgbClr val="1D3550"/>
              </a:solidFill>
              <a:latin typeface="Malgun Gothic"/>
              <a:ea typeface="Malgun Gothic"/>
              <a:cs typeface="Malgun Gothic"/>
            </a:endParaRPr>
          </a:p>
          <a:p>
            <a:pPr marL="285750" indent="-285750" algn="l">
              <a:lnSpc>
                <a:spcPct val="150000"/>
              </a:lnSpc>
              <a:buFont typeface="Arial"/>
              <a:buChar char="•"/>
            </a:pPr>
            <a:r>
              <a:rPr sz="1350" b="1">
                <a:solidFill>
                  <a:srgbClr val="1D3550"/>
                </a:solidFill>
                <a:latin typeface="Malgun Gothic"/>
                <a:ea typeface="Malgun Gothic"/>
                <a:cs typeface="Malgun Gothic"/>
              </a:rPr>
              <a:t>유저 프로그램이 인스턴스 데이터와</a:t>
            </a:r>
            <a:br/>
            <a:r>
              <a:rPr sz="1350" b="1">
                <a:solidFill>
                  <a:srgbClr val="1D3550"/>
                </a:solidFill>
                <a:latin typeface="Malgun Gothic"/>
                <a:ea typeface="Malgun Gothic"/>
                <a:cs typeface="Malgun Gothic"/>
              </a:rPr>
              <a:t>렌더링 작업을 직접 구성 · 제출</a:t>
            </a:r>
          </a:p>
        </p:txBody>
      </p:sp>
      <p:sp>
        <p:nvSpPr>
          <p:cNvPr id="33" name="comparison-card">
            <a:extLst>
              <a:ext uri="{FF2B5EF4-FFF2-40B4-BE49-F238E27FC236}">
                <a16:creationId xmlns:a16="http://schemas.microsoft.com/office/drawing/2014/main" id="{689EB3D7-E85D-4CEF-84DF-E5C7BDE90181}"/>
              </a:ext>
            </a:extLst>
          </p:cNvPr>
          <p:cNvSpPr>
            <a:spLocks noGrp="1"/>
          </p:cNvSpPr>
          <p:nvPr/>
        </p:nvSpPr>
        <p:spPr>
          <a:xfrm>
            <a:off x="6248400" y="1952625"/>
            <a:ext cx="5257800" cy="2952750"/>
          </a:xfrm>
          <a:prstGeom prst="roundRect">
            <a:avLst>
              <a:gd name="adj" fmla="val 2581"/>
            </a:avLst>
          </a:prstGeom>
          <a:solidFill>
            <a:srgbClr val="FFFFFF"/>
          </a:solidFill>
          <a:ln w="0">
            <a:solidFill>
              <a:schemeClr val="bg2">
                <a:lumMod val="90000"/>
              </a:schemeClr>
            </a:solidFill>
          </a:ln>
        </p:spPr>
        <p:txBody>
          <a:bodyPr/>
          <a:lstStyle/>
          <a:p>
            <a:endParaRPr/>
          </a:p>
        </p:txBody>
      </p:sp>
      <p:sp>
        <p:nvSpPr>
          <p:cNvPr id="34" name="comparison-title-bar">
            <a:extLst>
              <a:ext uri="{FF2B5EF4-FFF2-40B4-BE49-F238E27FC236}">
                <a16:creationId xmlns:a16="http://schemas.microsoft.com/office/drawing/2014/main" id="{714EE434-4EAA-450A-92FA-618E33D64FF7}"/>
              </a:ext>
            </a:extLst>
          </p:cNvPr>
          <p:cNvSpPr>
            <a:spLocks noGrp="1"/>
          </p:cNvSpPr>
          <p:nvPr/>
        </p:nvSpPr>
        <p:spPr>
          <a:xfrm>
            <a:off x="6457950" y="2162175"/>
            <a:ext cx="4838700" cy="552450"/>
          </a:xfrm>
          <a:prstGeom prst="roundRect">
            <a:avLst>
              <a:gd name="adj" fmla="val 38375"/>
            </a:avLst>
          </a:prstGeom>
          <a:solidFill>
            <a:srgbClr val="D86B1B"/>
          </a:solidFill>
          <a:ln w="0">
            <a:solidFill>
              <a:srgbClr val="D86B1B"/>
            </a:solidFill>
          </a:ln>
        </p:spPr>
        <p:txBody>
          <a:bodyPr/>
          <a:lstStyle/>
          <a:p>
            <a:endParaRPr/>
          </a:p>
        </p:txBody>
      </p:sp>
      <p:sp>
        <p:nvSpPr>
          <p:cNvPr id="35" name="comparison-title">
            <a:extLst>
              <a:ext uri="{FF2B5EF4-FFF2-40B4-BE49-F238E27FC236}">
                <a16:creationId xmlns:a16="http://schemas.microsoft.com/office/drawing/2014/main" id="{318054AB-C5D4-41C3-A205-1A68A0329D03}"/>
              </a:ext>
            </a:extLst>
          </p:cNvPr>
          <p:cNvSpPr>
            <a:spLocks noGrp="1"/>
          </p:cNvSpPr>
          <p:nvPr/>
        </p:nvSpPr>
        <p:spPr>
          <a:xfrm>
            <a:off x="6648450" y="2276475"/>
            <a:ext cx="4457700" cy="323850"/>
          </a:xfrm>
          <a:prstGeom prst="rect">
            <a:avLst/>
          </a:prstGeom>
          <a:noFill/>
          <a:ln w="0">
            <a:noFill/>
          </a:ln>
        </p:spPr>
        <p:txBody>
          <a:bodyPr wrap="square" lIns="0" tIns="0" rIns="0" bIns="0" anchor="ctr">
            <a:noAutofit/>
          </a:bodyPr>
          <a:lstStyle/>
          <a:p>
            <a:pPr algn="l">
              <a:buNone/>
            </a:pPr>
            <a:r>
              <a:rPr sz="2000" b="1">
                <a:solidFill>
                  <a:srgbClr val="FFFFFF"/>
                </a:solidFill>
                <a:latin typeface="Malgun Gothic"/>
                <a:ea typeface="Malgun Gothic"/>
                <a:cs typeface="Malgun Gothic"/>
              </a:rPr>
              <a:t>BRG</a:t>
            </a:r>
            <a:r>
              <a:rPr sz="1200" b="1">
                <a:solidFill>
                  <a:srgbClr val="FFFFFF"/>
                </a:solidFill>
                <a:latin typeface="Malgun Gothic"/>
                <a:ea typeface="Malgun Gothic"/>
                <a:cs typeface="Malgun Gothic"/>
              </a:rPr>
              <a:t> · </a:t>
            </a:r>
            <a:r>
              <a:rPr sz="1200">
                <a:solidFill>
                  <a:srgbClr val="FFFFFF"/>
                </a:solidFill>
                <a:latin typeface="Malgun Gothic"/>
                <a:ea typeface="Malgun Gothic"/>
                <a:cs typeface="Malgun Gothic"/>
              </a:rPr>
              <a:t>BatchRendererGroup</a:t>
            </a:r>
          </a:p>
        </p:txBody>
      </p:sp>
      <p:sp>
        <p:nvSpPr>
          <p:cNvPr id="36" name="comparison-body">
            <a:extLst>
              <a:ext uri="{FF2B5EF4-FFF2-40B4-BE49-F238E27FC236}">
                <a16:creationId xmlns:a16="http://schemas.microsoft.com/office/drawing/2014/main" id="{0C9D11D7-01B4-4BD9-961F-925D2D7A8313}"/>
              </a:ext>
            </a:extLst>
          </p:cNvPr>
          <p:cNvSpPr>
            <a:spLocks noGrp="1"/>
          </p:cNvSpPr>
          <p:nvPr/>
        </p:nvSpPr>
        <p:spPr>
          <a:xfrm>
            <a:off x="6648450" y="3124200"/>
            <a:ext cx="4457700" cy="1143000"/>
          </a:xfrm>
          <a:prstGeom prst="rect">
            <a:avLst/>
          </a:prstGeom>
          <a:noFill/>
          <a:ln w="0">
            <a:noFill/>
          </a:ln>
        </p:spPr>
        <p:txBody>
          <a:bodyPr wrap="square" lIns="0" tIns="0" rIns="0" bIns="0" anchor="ctr">
            <a:noAutofit/>
          </a:bodyPr>
          <a:lstStyle/>
          <a:p>
            <a:pPr marL="285750" indent="-285750" algn="l">
              <a:lnSpc>
                <a:spcPct val="150000"/>
              </a:lnSpc>
              <a:buFont typeface="Arial"/>
              <a:buChar char="•"/>
            </a:pPr>
            <a:r>
              <a:rPr sz="1350" b="1">
                <a:solidFill>
                  <a:srgbClr val="1D3550"/>
                </a:solidFill>
                <a:latin typeface="Malgun Gothic"/>
                <a:ea typeface="Malgun Gothic"/>
                <a:cs typeface="Malgun Gothic"/>
              </a:rPr>
              <a:t>엔진이 관리하는 배치 렌더링 경로</a:t>
            </a:r>
          </a:p>
          <a:p>
            <a:pPr>
              <a:lnSpc>
                <a:spcPct val="150000"/>
              </a:lnSpc>
              <a:buNone/>
            </a:pPr>
            <a:endParaRPr sz="1350" b="1">
              <a:solidFill>
                <a:srgbClr val="1D3550"/>
              </a:solidFill>
              <a:latin typeface="Malgun Gothic"/>
              <a:ea typeface="Malgun Gothic"/>
              <a:cs typeface="Malgun Gothic"/>
            </a:endParaRPr>
          </a:p>
          <a:p>
            <a:pPr marL="285750" indent="-285750" algn="l">
              <a:lnSpc>
                <a:spcPct val="150000"/>
              </a:lnSpc>
              <a:buFont typeface="Arial"/>
              <a:buChar char="•"/>
            </a:pPr>
            <a:r>
              <a:rPr sz="1350" b="1">
                <a:solidFill>
                  <a:srgbClr val="1D3550"/>
                </a:solidFill>
                <a:latin typeface="Malgun Gothic"/>
                <a:ea typeface="Malgun Gothic"/>
                <a:cs typeface="Malgun Gothic"/>
              </a:rPr>
              <a:t>Unity 렌더링 절차에 가시 인스턴스와</a:t>
            </a:r>
            <a:br/>
            <a:r>
              <a:rPr sz="1350" b="1">
                <a:solidFill>
                  <a:srgbClr val="1D3550"/>
                </a:solidFill>
                <a:latin typeface="Malgun Gothic"/>
                <a:ea typeface="Malgun Gothic"/>
                <a:cs typeface="Malgun Gothic"/>
              </a:rPr>
              <a:t>필요한 작업 정보를 제공</a:t>
            </a:r>
          </a:p>
        </p:txBody>
      </p:sp>
      <p:sp>
        <p:nvSpPr>
          <p:cNvPr id="37" name="difference-card">
            <a:extLst>
              <a:ext uri="{FF2B5EF4-FFF2-40B4-BE49-F238E27FC236}">
                <a16:creationId xmlns:a16="http://schemas.microsoft.com/office/drawing/2014/main" id="{D1108E31-3458-4BF7-B37F-ACC7190EC3B7}"/>
              </a:ext>
            </a:extLst>
          </p:cNvPr>
          <p:cNvSpPr>
            <a:spLocks noGrp="1"/>
          </p:cNvSpPr>
          <p:nvPr/>
        </p:nvSpPr>
        <p:spPr>
          <a:xfrm>
            <a:off x="685800" y="5219700"/>
            <a:ext cx="10820400" cy="876300"/>
          </a:xfrm>
          <a:prstGeom prst="roundRect">
            <a:avLst>
              <a:gd name="adj" fmla="val 31426"/>
            </a:avLst>
          </a:prstGeom>
          <a:solidFill>
            <a:srgbClr val="143F90"/>
          </a:solidFill>
          <a:ln w="0">
            <a:solidFill>
              <a:srgbClr val="143F90"/>
            </a:solidFill>
          </a:ln>
        </p:spPr>
        <p:txBody>
          <a:bodyPr/>
          <a:lstStyle/>
          <a:p>
            <a:endParaRPr/>
          </a:p>
        </p:txBody>
      </p:sp>
      <p:sp>
        <p:nvSpPr>
          <p:cNvPr id="38" name="difference-label">
            <a:extLst>
              <a:ext uri="{FF2B5EF4-FFF2-40B4-BE49-F238E27FC236}">
                <a16:creationId xmlns:a16="http://schemas.microsoft.com/office/drawing/2014/main" id="{FA0F7B52-CB51-44D0-88F0-FAA72CCA511C}"/>
              </a:ext>
            </a:extLst>
          </p:cNvPr>
          <p:cNvSpPr>
            <a:spLocks noGrp="1"/>
          </p:cNvSpPr>
          <p:nvPr/>
        </p:nvSpPr>
        <p:spPr>
          <a:xfrm>
            <a:off x="1000125" y="5500263"/>
            <a:ext cx="1714500" cy="266700"/>
          </a:xfrm>
          <a:prstGeom prst="rect">
            <a:avLst/>
          </a:prstGeom>
          <a:noFill/>
          <a:ln w="0">
            <a:noFill/>
          </a:ln>
        </p:spPr>
        <p:txBody>
          <a:bodyPr wrap="square" lIns="0" tIns="0" rIns="0" bIns="0" anchor="ctr">
            <a:noAutofit/>
          </a:bodyPr>
          <a:lstStyle/>
          <a:p>
            <a:pPr algn="ctr">
              <a:buNone/>
            </a:pPr>
            <a:r>
              <a:rPr b="1">
                <a:solidFill>
                  <a:schemeClr val="accent4">
                    <a:lumMod val="20000"/>
                    <a:lumOff val="80000"/>
                  </a:schemeClr>
                </a:solidFill>
                <a:latin typeface="Malgun Gothic"/>
                <a:ea typeface="Malgun Gothic"/>
                <a:cs typeface="Malgun Gothic"/>
              </a:rPr>
              <a:t>두 경로의 차이</a:t>
            </a:r>
          </a:p>
        </p:txBody>
      </p:sp>
      <p:sp>
        <p:nvSpPr>
          <p:cNvPr id="39" name="difference-divider">
            <a:extLst>
              <a:ext uri="{FF2B5EF4-FFF2-40B4-BE49-F238E27FC236}">
                <a16:creationId xmlns:a16="http://schemas.microsoft.com/office/drawing/2014/main" id="{CAFC933F-D4A1-4E25-8FAD-366BC03C6EBF}"/>
              </a:ext>
            </a:extLst>
          </p:cNvPr>
          <p:cNvSpPr>
            <a:spLocks noGrp="1"/>
          </p:cNvSpPr>
          <p:nvPr/>
        </p:nvSpPr>
        <p:spPr>
          <a:xfrm>
            <a:off x="2990850" y="5381625"/>
            <a:ext cx="38100" cy="533400"/>
          </a:xfrm>
          <a:prstGeom prst="rect">
            <a:avLst/>
          </a:prstGeom>
          <a:solidFill>
            <a:srgbClr val="00A651"/>
          </a:solidFill>
          <a:ln w="0">
            <a:solidFill>
              <a:srgbClr val="00A651"/>
            </a:solidFill>
          </a:ln>
        </p:spPr>
        <p:txBody>
          <a:bodyPr/>
          <a:lstStyle/>
          <a:p>
            <a:endParaRPr/>
          </a:p>
        </p:txBody>
      </p:sp>
      <p:sp>
        <p:nvSpPr>
          <p:cNvPr id="40" name="difference-body">
            <a:extLst>
              <a:ext uri="{FF2B5EF4-FFF2-40B4-BE49-F238E27FC236}">
                <a16:creationId xmlns:a16="http://schemas.microsoft.com/office/drawing/2014/main" id="{7BFB857B-3AD8-4183-B6C3-4135D1DC8D50}"/>
              </a:ext>
            </a:extLst>
          </p:cNvPr>
          <p:cNvSpPr>
            <a:spLocks noGrp="1"/>
          </p:cNvSpPr>
          <p:nvPr/>
        </p:nvSpPr>
        <p:spPr>
          <a:xfrm>
            <a:off x="3619500" y="5362575"/>
            <a:ext cx="6858000" cy="571500"/>
          </a:xfrm>
          <a:prstGeom prst="rect">
            <a:avLst/>
          </a:prstGeom>
          <a:noFill/>
          <a:ln w="0">
            <a:noFill/>
          </a:ln>
        </p:spPr>
        <p:txBody>
          <a:bodyPr wrap="square" lIns="0" tIns="0" rIns="0" bIns="0" anchor="ctr">
            <a:noAutofit/>
          </a:bodyPr>
          <a:lstStyle/>
          <a:p>
            <a:pPr algn="ctr">
              <a:buNone/>
            </a:pPr>
            <a:r>
              <a:rPr sz="1575" b="0">
                <a:solidFill>
                  <a:srgbClr val="FFFFFF"/>
                </a:solidFill>
                <a:latin typeface="Malgun Gothic"/>
                <a:ea typeface="Malgun Gothic"/>
                <a:cs typeface="Malgun Gothic"/>
              </a:rPr>
              <a:t>렌더링 데이터와 명령을 구성하고</a:t>
            </a:r>
            <a:r>
              <a:rPr sz="1575">
                <a:solidFill>
                  <a:srgbClr val="FFFFFF"/>
                </a:solidFill>
                <a:latin typeface="Malgun Gothic"/>
                <a:ea typeface="Malgun Gothic"/>
                <a:cs typeface="Malgun Gothic"/>
              </a:rPr>
              <a:t> </a:t>
            </a:r>
            <a:r>
              <a:rPr sz="1575" b="0">
                <a:solidFill>
                  <a:srgbClr val="FFFFFF"/>
                </a:solidFill>
                <a:latin typeface="Malgun Gothic"/>
                <a:ea typeface="Malgun Gothic"/>
                <a:cs typeface="Malgun Gothic"/>
              </a:rPr>
              <a:t>파이프라인에 전달하는 방식</a:t>
            </a:r>
          </a:p>
        </p:txBody>
      </p:sp>
      <p:sp>
        <p:nvSpPr>
          <p:cNvPr id="41" name="scope-note">
            <a:extLst>
              <a:ext uri="{FF2B5EF4-FFF2-40B4-BE49-F238E27FC236}">
                <a16:creationId xmlns:a16="http://schemas.microsoft.com/office/drawing/2014/main" id="{ECAB2500-F0F3-4F9C-AF13-391BB3CE3B10}"/>
              </a:ext>
            </a:extLst>
          </p:cNvPr>
          <p:cNvSpPr>
            <a:spLocks noGrp="1"/>
          </p:cNvSpPr>
          <p:nvPr/>
        </p:nvSpPr>
        <p:spPr>
          <a:xfrm>
            <a:off x="685800" y="6477000"/>
            <a:ext cx="10820400" cy="171450"/>
          </a:xfrm>
          <a:prstGeom prst="rect">
            <a:avLst/>
          </a:prstGeom>
          <a:noFill/>
          <a:ln w="0">
            <a:noFill/>
          </a:ln>
        </p:spPr>
        <p:txBody>
          <a:bodyPr wrap="square" lIns="0" tIns="0" rIns="0" bIns="0" anchor="ctr">
            <a:noAutofit/>
          </a:bodyPr>
          <a:lstStyle/>
          <a:p>
            <a:pPr algn="l">
              <a:buNone/>
            </a:pPr>
            <a:r>
              <a:rPr sz="675" b="0">
                <a:solidFill>
                  <a:srgbClr val="657B8F"/>
                </a:solidFill>
                <a:latin typeface="Malgun Gothic"/>
                <a:ea typeface="Malgun Gothic"/>
                <a:cs typeface="Malgun Gothic"/>
              </a:rPr>
              <a:t>※ 이 슬라이드는 기술 스택 소개용. ECS의 일반 이론이나 성능 우월성을 주장하지 않고, 프로젝트에서의 역할과 RMI/BRG의 구조적 차이만 설명.</a:t>
            </a:r>
          </a:p>
        </p:txBody>
      </p:sp>
      <p:sp>
        <p:nvSpPr>
          <p:cNvPr id="3" name="page-number">
            <a:extLst>
              <a:ext uri="{FF2B5EF4-FFF2-40B4-BE49-F238E27FC236}">
                <a16:creationId xmlns:a16="http://schemas.microsoft.com/office/drawing/2014/main" id="{878BF5F2-75D5-56AF-725C-425D45DD2F74}"/>
              </a:ext>
            </a:extLst>
          </p:cNvPr>
          <p:cNvSpPr>
            <a:spLocks noGrp="1"/>
          </p:cNvSpPr>
          <p:nvPr/>
        </p:nvSpPr>
        <p:spPr>
          <a:xfrm>
            <a:off x="10915650" y="552450"/>
            <a:ext cx="1162050" cy="304800"/>
          </a:xfrm>
          <a:prstGeom prst="rect">
            <a:avLst/>
          </a:prstGeom>
          <a:noFill/>
          <a:ln w="0">
            <a:noFill/>
          </a:ln>
        </p:spPr>
        <p:txBody>
          <a:bodyPr wrap="square" lIns="0" tIns="0" rIns="0" bIns="0" anchor="ctr">
            <a:noAutofit/>
          </a:bodyPr>
          <a:lstStyle/>
          <a:p>
            <a:pPr algn="r">
              <a:buNone/>
            </a:pPr>
            <a:r>
              <a:rPr sz="1400" b="0">
                <a:solidFill>
                  <a:srgbClr val="657B8F"/>
                </a:solidFill>
                <a:latin typeface="Malgun Gothic"/>
                <a:ea typeface="Malgun Gothic"/>
                <a:cs typeface="Malgun Gothic"/>
              </a:rPr>
              <a:t>06 / 10</a:t>
            </a:r>
          </a:p>
        </p:txBody>
      </p:sp>
    </p:spTree>
    <p:extLst>
      <p:ext uri="{BB962C8B-B14F-4D97-AF65-F5344CB8AC3E}">
        <p14:creationId xmlns:p14="http://schemas.microsoft.com/office/powerpoint/2010/main" val="1585067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7" name="content-region">
            <a:extLst>
              <a:ext uri="{FF2B5EF4-FFF2-40B4-BE49-F238E27FC236}">
                <a16:creationId xmlns:a16="http://schemas.microsoft.com/office/drawing/2014/main" id="{03355C1B-8D85-4393-9FC9-D0869DD64AD3}"/>
              </a:ext>
            </a:extLst>
          </p:cNvPr>
          <p:cNvSpPr>
            <a:spLocks noGrp="1"/>
          </p:cNvSpPr>
          <p:nvPr/>
        </p:nvSpPr>
        <p:spPr>
          <a:xfrm>
            <a:off x="419383" y="1315016"/>
            <a:ext cx="6191250" cy="5333434"/>
          </a:xfrm>
          <a:prstGeom prst="roundRect">
            <a:avLst>
              <a:gd name="adj" fmla="val 3347"/>
            </a:avLst>
          </a:prstGeom>
          <a:solidFill>
            <a:srgbClr val="FFFFFF"/>
          </a:solidFill>
          <a:ln w="9525">
            <a:solidFill>
              <a:srgbClr val="D5E1ED"/>
            </a:solidFill>
          </a:ln>
        </p:spPr>
        <p:txBody>
          <a:bodyPr/>
          <a:lstStyle/>
          <a:p>
            <a:endParaRPr/>
          </a:p>
        </p:txBody>
      </p:sp>
      <p:sp>
        <p:nvSpPr>
          <p:cNvPr id="8" name="content-region">
            <a:extLst>
              <a:ext uri="{FF2B5EF4-FFF2-40B4-BE49-F238E27FC236}">
                <a16:creationId xmlns:a16="http://schemas.microsoft.com/office/drawing/2014/main" id="{FB908B46-475D-479F-971C-938379FA55D6}"/>
              </a:ext>
            </a:extLst>
          </p:cNvPr>
          <p:cNvSpPr>
            <a:spLocks noGrp="1"/>
          </p:cNvSpPr>
          <p:nvPr/>
        </p:nvSpPr>
        <p:spPr>
          <a:xfrm>
            <a:off x="647700" y="1466850"/>
            <a:ext cx="5810250" cy="457200"/>
          </a:xfrm>
          <a:prstGeom prst="roundRect">
            <a:avLst>
              <a:gd name="adj" fmla="val 20833"/>
            </a:avLst>
          </a:prstGeom>
          <a:solidFill>
            <a:srgbClr val="143F90"/>
          </a:solidFill>
          <a:ln w="0">
            <a:noFill/>
          </a:ln>
        </p:spPr>
        <p:txBody>
          <a:bodyPr wrap="none" lIns="76200" tIns="47625" rIns="76200" bIns="47625" anchor="ctr">
            <a:noAutofit/>
          </a:bodyPr>
          <a:lstStyle/>
          <a:p>
            <a:pPr algn="ctr">
              <a:buNone/>
            </a:pPr>
            <a:r>
              <a:rPr sz="2025" b="1">
                <a:solidFill>
                  <a:srgbClr val="FFFFFF"/>
                </a:solidFill>
                <a:latin typeface="Malgun Gothic"/>
                <a:ea typeface="Malgun Gothic"/>
                <a:cs typeface="Malgun Gothic"/>
              </a:rPr>
              <a:t>렌더링 경로 × 제출 구조</a:t>
            </a:r>
          </a:p>
        </p:txBody>
      </p:sp>
      <p:sp>
        <p:nvSpPr>
          <p:cNvPr id="10" name="통합">
            <a:extLst>
              <a:ext uri="{FF2B5EF4-FFF2-40B4-BE49-F238E27FC236}">
                <a16:creationId xmlns:a16="http://schemas.microsoft.com/office/drawing/2014/main" id="{7505EBB2-DEA5-4767-9DB2-AA03B8D577FB}"/>
              </a:ext>
            </a:extLst>
          </p:cNvPr>
          <p:cNvSpPr>
            <a:spLocks noGrp="1"/>
          </p:cNvSpPr>
          <p:nvPr/>
        </p:nvSpPr>
        <p:spPr>
          <a:xfrm>
            <a:off x="723900" y="4729866"/>
            <a:ext cx="1028700" cy="285750"/>
          </a:xfrm>
          <a:prstGeom prst="rect">
            <a:avLst/>
          </a:prstGeom>
          <a:noFill/>
          <a:ln w="0">
            <a:noFill/>
          </a:ln>
        </p:spPr>
        <p:txBody>
          <a:bodyPr wrap="none" lIns="0" tIns="0" rIns="0" bIns="0" anchor="ctr">
            <a:noAutofit/>
          </a:bodyPr>
          <a:lstStyle/>
          <a:p>
            <a:pPr algn="ctr">
              <a:buNone/>
            </a:pPr>
            <a:r>
              <a:rPr sz="2000" b="1" dirty="0" err="1">
                <a:solidFill>
                  <a:srgbClr val="1D3550"/>
                </a:solidFill>
                <a:latin typeface="Malgun Gothic"/>
                <a:ea typeface="Malgun Gothic"/>
                <a:cs typeface="Malgun Gothic"/>
              </a:rPr>
              <a:t>통합</a:t>
            </a:r>
            <a:endParaRPr sz="2000" b="1" dirty="0">
              <a:solidFill>
                <a:srgbClr val="1D3550"/>
              </a:solidFill>
              <a:latin typeface="Malgun Gothic"/>
              <a:ea typeface="Malgun Gothic"/>
              <a:cs typeface="Malgun Gothic"/>
            </a:endParaRPr>
          </a:p>
        </p:txBody>
      </p:sp>
      <p:sp>
        <p:nvSpPr>
          <p:cNvPr id="11" name="content-region">
            <a:extLst>
              <a:ext uri="{FF2B5EF4-FFF2-40B4-BE49-F238E27FC236}">
                <a16:creationId xmlns:a16="http://schemas.microsoft.com/office/drawing/2014/main" id="{7E169B3D-1D9D-4083-8686-4DCDA9238D9F}"/>
              </a:ext>
            </a:extLst>
          </p:cNvPr>
          <p:cNvSpPr>
            <a:spLocks noGrp="1"/>
          </p:cNvSpPr>
          <p:nvPr/>
        </p:nvSpPr>
        <p:spPr>
          <a:xfrm>
            <a:off x="1924050" y="4729866"/>
            <a:ext cx="4495800" cy="266700"/>
          </a:xfrm>
          <a:prstGeom prst="roundRect">
            <a:avLst>
              <a:gd name="adj" fmla="val 21429"/>
            </a:avLst>
          </a:prstGeom>
          <a:solidFill>
            <a:srgbClr val="0075C9"/>
          </a:solidFill>
          <a:ln w="0">
            <a:noFill/>
          </a:ln>
        </p:spPr>
        <p:txBody>
          <a:bodyPr/>
          <a:lstStyle/>
          <a:p>
            <a:endParaRPr/>
          </a:p>
        </p:txBody>
      </p:sp>
      <p:sp>
        <p:nvSpPr>
          <p:cNvPr id="12" name="4분할">
            <a:extLst>
              <a:ext uri="{FF2B5EF4-FFF2-40B4-BE49-F238E27FC236}">
                <a16:creationId xmlns:a16="http://schemas.microsoft.com/office/drawing/2014/main" id="{86D7EEFE-2440-4128-BC33-5D00D2B36F9D}"/>
              </a:ext>
            </a:extLst>
          </p:cNvPr>
          <p:cNvSpPr>
            <a:spLocks noGrp="1"/>
          </p:cNvSpPr>
          <p:nvPr/>
        </p:nvSpPr>
        <p:spPr>
          <a:xfrm>
            <a:off x="723900" y="5158491"/>
            <a:ext cx="1028700" cy="285750"/>
          </a:xfrm>
          <a:prstGeom prst="rect">
            <a:avLst/>
          </a:prstGeom>
          <a:noFill/>
          <a:ln w="0">
            <a:noFill/>
          </a:ln>
        </p:spPr>
        <p:txBody>
          <a:bodyPr wrap="none" lIns="0" tIns="0" rIns="0" bIns="0" anchor="ctr">
            <a:noAutofit/>
          </a:bodyPr>
          <a:lstStyle/>
          <a:p>
            <a:pPr algn="ctr">
              <a:buNone/>
            </a:pPr>
            <a:r>
              <a:rPr sz="2000" b="1" dirty="0">
                <a:solidFill>
                  <a:srgbClr val="1D3550"/>
                </a:solidFill>
                <a:latin typeface="Malgun Gothic"/>
                <a:ea typeface="Malgun Gothic"/>
                <a:cs typeface="Malgun Gothic"/>
              </a:rPr>
              <a:t>4분할</a:t>
            </a:r>
          </a:p>
        </p:txBody>
      </p:sp>
      <p:sp>
        <p:nvSpPr>
          <p:cNvPr id="13" name="content-region">
            <a:extLst>
              <a:ext uri="{FF2B5EF4-FFF2-40B4-BE49-F238E27FC236}">
                <a16:creationId xmlns:a16="http://schemas.microsoft.com/office/drawing/2014/main" id="{0BDF657D-4706-4984-B6CC-ED9C5892E320}"/>
              </a:ext>
            </a:extLst>
          </p:cNvPr>
          <p:cNvSpPr>
            <a:spLocks noGrp="1"/>
          </p:cNvSpPr>
          <p:nvPr/>
        </p:nvSpPr>
        <p:spPr>
          <a:xfrm>
            <a:off x="1924050" y="5158491"/>
            <a:ext cx="1038225" cy="266700"/>
          </a:xfrm>
          <a:prstGeom prst="roundRect">
            <a:avLst>
              <a:gd name="adj" fmla="val 21429"/>
            </a:avLst>
          </a:prstGeom>
          <a:solidFill>
            <a:srgbClr val="0075C9"/>
          </a:solidFill>
          <a:ln w="0">
            <a:noFill/>
          </a:ln>
        </p:spPr>
        <p:txBody>
          <a:bodyPr/>
          <a:lstStyle/>
          <a:p>
            <a:endParaRPr/>
          </a:p>
        </p:txBody>
      </p:sp>
      <p:sp>
        <p:nvSpPr>
          <p:cNvPr id="14" name="content-region">
            <a:extLst>
              <a:ext uri="{FF2B5EF4-FFF2-40B4-BE49-F238E27FC236}">
                <a16:creationId xmlns:a16="http://schemas.microsoft.com/office/drawing/2014/main" id="{2B8F590B-95DC-405B-8C0F-8AE517E74C48}"/>
              </a:ext>
            </a:extLst>
          </p:cNvPr>
          <p:cNvSpPr>
            <a:spLocks noGrp="1"/>
          </p:cNvSpPr>
          <p:nvPr/>
        </p:nvSpPr>
        <p:spPr>
          <a:xfrm>
            <a:off x="3076575" y="5158491"/>
            <a:ext cx="1038225" cy="266700"/>
          </a:xfrm>
          <a:prstGeom prst="roundRect">
            <a:avLst>
              <a:gd name="adj" fmla="val 21429"/>
            </a:avLst>
          </a:prstGeom>
          <a:solidFill>
            <a:srgbClr val="0075C9"/>
          </a:solidFill>
          <a:ln w="0">
            <a:noFill/>
          </a:ln>
        </p:spPr>
        <p:txBody>
          <a:bodyPr/>
          <a:lstStyle/>
          <a:p>
            <a:endParaRPr/>
          </a:p>
        </p:txBody>
      </p:sp>
      <p:sp>
        <p:nvSpPr>
          <p:cNvPr id="15" name="content-region">
            <a:extLst>
              <a:ext uri="{FF2B5EF4-FFF2-40B4-BE49-F238E27FC236}">
                <a16:creationId xmlns:a16="http://schemas.microsoft.com/office/drawing/2014/main" id="{58EAFEDC-E2F5-4283-89BE-97A67A078B3A}"/>
              </a:ext>
            </a:extLst>
          </p:cNvPr>
          <p:cNvSpPr>
            <a:spLocks noGrp="1"/>
          </p:cNvSpPr>
          <p:nvPr/>
        </p:nvSpPr>
        <p:spPr>
          <a:xfrm>
            <a:off x="4229100" y="5158491"/>
            <a:ext cx="1038225" cy="266700"/>
          </a:xfrm>
          <a:prstGeom prst="roundRect">
            <a:avLst>
              <a:gd name="adj" fmla="val 21429"/>
            </a:avLst>
          </a:prstGeom>
          <a:solidFill>
            <a:srgbClr val="0075C9"/>
          </a:solidFill>
          <a:ln w="0">
            <a:noFill/>
          </a:ln>
        </p:spPr>
        <p:txBody>
          <a:bodyPr/>
          <a:lstStyle/>
          <a:p>
            <a:endParaRPr/>
          </a:p>
        </p:txBody>
      </p:sp>
      <p:sp>
        <p:nvSpPr>
          <p:cNvPr id="16" name="content-region">
            <a:extLst>
              <a:ext uri="{FF2B5EF4-FFF2-40B4-BE49-F238E27FC236}">
                <a16:creationId xmlns:a16="http://schemas.microsoft.com/office/drawing/2014/main" id="{2BECD206-5551-4886-B9F1-67D22494DB85}"/>
              </a:ext>
            </a:extLst>
          </p:cNvPr>
          <p:cNvSpPr>
            <a:spLocks noGrp="1"/>
          </p:cNvSpPr>
          <p:nvPr/>
        </p:nvSpPr>
        <p:spPr>
          <a:xfrm>
            <a:off x="5381625" y="5158491"/>
            <a:ext cx="1038225" cy="266700"/>
          </a:xfrm>
          <a:prstGeom prst="roundRect">
            <a:avLst>
              <a:gd name="adj" fmla="val 21429"/>
            </a:avLst>
          </a:prstGeom>
          <a:solidFill>
            <a:srgbClr val="0075C9"/>
          </a:solidFill>
          <a:ln w="0">
            <a:noFill/>
          </a:ln>
        </p:spPr>
        <p:txBody>
          <a:bodyPr/>
          <a:lstStyle/>
          <a:p>
            <a:endParaRPr/>
          </a:p>
        </p:txBody>
      </p:sp>
      <p:sp>
        <p:nvSpPr>
          <p:cNvPr id="17" name="동일한 인스턴스 집합을 유지하고 제출 범위의 구성만 변경">
            <a:extLst>
              <a:ext uri="{FF2B5EF4-FFF2-40B4-BE49-F238E27FC236}">
                <a16:creationId xmlns:a16="http://schemas.microsoft.com/office/drawing/2014/main" id="{6DE825FA-9D7F-4137-9631-70A06C9D1036}"/>
              </a:ext>
            </a:extLst>
          </p:cNvPr>
          <p:cNvSpPr>
            <a:spLocks noGrp="1"/>
          </p:cNvSpPr>
          <p:nvPr/>
        </p:nvSpPr>
        <p:spPr>
          <a:xfrm>
            <a:off x="676275" y="5894372"/>
            <a:ext cx="5715000" cy="514350"/>
          </a:xfrm>
          <a:prstGeom prst="rect">
            <a:avLst/>
          </a:prstGeom>
          <a:noFill/>
          <a:ln w="0">
            <a:noFill/>
          </a:ln>
        </p:spPr>
        <p:txBody>
          <a:bodyPr wrap="none" lIns="0" tIns="0" rIns="0" bIns="0" anchor="ctr">
            <a:noAutofit/>
          </a:bodyPr>
          <a:lstStyle/>
          <a:p>
            <a:pPr algn="ctr">
              <a:buNone/>
            </a:pPr>
            <a:r>
              <a:rPr sz="1400" b="0" dirty="0" err="1">
                <a:solidFill>
                  <a:srgbClr val="1D3550"/>
                </a:solidFill>
                <a:latin typeface="Malgun Gothic"/>
                <a:ea typeface="Malgun Gothic"/>
                <a:cs typeface="Malgun Gothic"/>
              </a:rPr>
              <a:t>동일한</a:t>
            </a:r>
            <a:r>
              <a:rPr sz="1400" b="0" dirty="0">
                <a:solidFill>
                  <a:srgbClr val="1D3550"/>
                </a:solidFill>
                <a:latin typeface="Malgun Gothic"/>
                <a:ea typeface="Malgun Gothic"/>
                <a:cs typeface="Malgun Gothic"/>
              </a:rPr>
              <a:t> </a:t>
            </a:r>
            <a:r>
              <a:rPr sz="1400" b="0" dirty="0" err="1">
                <a:solidFill>
                  <a:srgbClr val="1D3550"/>
                </a:solidFill>
                <a:latin typeface="Malgun Gothic"/>
                <a:ea typeface="Malgun Gothic"/>
                <a:cs typeface="Malgun Gothic"/>
              </a:rPr>
              <a:t>인스턴스</a:t>
            </a:r>
            <a:r>
              <a:rPr sz="1400" b="0" dirty="0">
                <a:solidFill>
                  <a:srgbClr val="1D3550"/>
                </a:solidFill>
                <a:latin typeface="Malgun Gothic"/>
                <a:ea typeface="Malgun Gothic"/>
                <a:cs typeface="Malgun Gothic"/>
              </a:rPr>
              <a:t> </a:t>
            </a:r>
            <a:r>
              <a:rPr sz="1400" b="0" dirty="0" err="1">
                <a:solidFill>
                  <a:srgbClr val="1D3550"/>
                </a:solidFill>
                <a:latin typeface="Malgun Gothic"/>
                <a:ea typeface="Malgun Gothic"/>
                <a:cs typeface="Malgun Gothic"/>
              </a:rPr>
              <a:t>집합을</a:t>
            </a:r>
            <a:r>
              <a:rPr sz="1400" b="0" dirty="0">
                <a:solidFill>
                  <a:srgbClr val="1D3550"/>
                </a:solidFill>
                <a:latin typeface="Malgun Gothic"/>
                <a:ea typeface="Malgun Gothic"/>
                <a:cs typeface="Malgun Gothic"/>
              </a:rPr>
              <a:t> </a:t>
            </a:r>
            <a:r>
              <a:rPr sz="1400" b="0" dirty="0" err="1">
                <a:solidFill>
                  <a:srgbClr val="1D3550"/>
                </a:solidFill>
                <a:latin typeface="Malgun Gothic"/>
                <a:ea typeface="Malgun Gothic"/>
                <a:cs typeface="Malgun Gothic"/>
              </a:rPr>
              <a:t>유지하고</a:t>
            </a:r>
            <a:r>
              <a:rPr sz="1400" dirty="0">
                <a:solidFill>
                  <a:srgbClr val="1D3550"/>
                </a:solidFill>
                <a:latin typeface="Malgun Gothic"/>
                <a:ea typeface="Malgun Gothic"/>
                <a:cs typeface="Malgun Gothic"/>
              </a:rPr>
              <a:t> </a:t>
            </a:r>
            <a:r>
              <a:rPr sz="1400" b="0" dirty="0" err="1">
                <a:solidFill>
                  <a:srgbClr val="1D3550"/>
                </a:solidFill>
                <a:latin typeface="Malgun Gothic"/>
                <a:ea typeface="Malgun Gothic"/>
                <a:cs typeface="Malgun Gothic"/>
              </a:rPr>
              <a:t>제출</a:t>
            </a:r>
            <a:r>
              <a:rPr sz="1400" b="0" dirty="0">
                <a:solidFill>
                  <a:srgbClr val="1D3550"/>
                </a:solidFill>
                <a:latin typeface="Malgun Gothic"/>
                <a:ea typeface="Malgun Gothic"/>
                <a:cs typeface="Malgun Gothic"/>
              </a:rPr>
              <a:t> </a:t>
            </a:r>
            <a:r>
              <a:rPr sz="1400" b="0" dirty="0" err="1">
                <a:solidFill>
                  <a:srgbClr val="1D3550"/>
                </a:solidFill>
                <a:latin typeface="Malgun Gothic"/>
                <a:ea typeface="Malgun Gothic"/>
                <a:cs typeface="Malgun Gothic"/>
              </a:rPr>
              <a:t>범위의</a:t>
            </a:r>
            <a:r>
              <a:rPr sz="1400" b="0" dirty="0">
                <a:solidFill>
                  <a:srgbClr val="1D3550"/>
                </a:solidFill>
                <a:latin typeface="Malgun Gothic"/>
                <a:ea typeface="Malgun Gothic"/>
                <a:cs typeface="Malgun Gothic"/>
              </a:rPr>
              <a:t> </a:t>
            </a:r>
            <a:r>
              <a:rPr sz="1400" b="0" dirty="0" err="1">
                <a:solidFill>
                  <a:srgbClr val="1D3550"/>
                </a:solidFill>
                <a:latin typeface="Malgun Gothic"/>
                <a:ea typeface="Malgun Gothic"/>
                <a:cs typeface="Malgun Gothic"/>
              </a:rPr>
              <a:t>구성만</a:t>
            </a:r>
            <a:r>
              <a:rPr sz="1400" b="0" dirty="0">
                <a:solidFill>
                  <a:srgbClr val="1D3550"/>
                </a:solidFill>
                <a:latin typeface="Malgun Gothic"/>
                <a:ea typeface="Malgun Gothic"/>
                <a:cs typeface="Malgun Gothic"/>
              </a:rPr>
              <a:t> </a:t>
            </a:r>
            <a:r>
              <a:rPr sz="1400" b="0" dirty="0" err="1">
                <a:solidFill>
                  <a:srgbClr val="1D3550"/>
                </a:solidFill>
                <a:latin typeface="Malgun Gothic"/>
                <a:ea typeface="Malgun Gothic"/>
                <a:cs typeface="Malgun Gothic"/>
              </a:rPr>
              <a:t>변경</a:t>
            </a:r>
            <a:endParaRPr sz="1400" b="0" dirty="0">
              <a:solidFill>
                <a:srgbClr val="1D3550"/>
              </a:solidFill>
              <a:latin typeface="Malgun Gothic"/>
              <a:ea typeface="Malgun Gothic"/>
              <a:cs typeface="Malgun Gothic"/>
            </a:endParaRPr>
          </a:p>
        </p:txBody>
      </p:sp>
      <p:sp>
        <p:nvSpPr>
          <p:cNvPr id="18" name="content-region">
            <a:extLst>
              <a:ext uri="{FF2B5EF4-FFF2-40B4-BE49-F238E27FC236}">
                <a16:creationId xmlns:a16="http://schemas.microsoft.com/office/drawing/2014/main" id="{2C35D2D8-4DE0-4E90-8112-6FA17F5E741C}"/>
              </a:ext>
            </a:extLst>
          </p:cNvPr>
          <p:cNvSpPr>
            <a:spLocks noGrp="1"/>
          </p:cNvSpPr>
          <p:nvPr/>
        </p:nvSpPr>
        <p:spPr>
          <a:xfrm>
            <a:off x="6915150" y="1295400"/>
            <a:ext cx="4819650" cy="5353050"/>
          </a:xfrm>
          <a:prstGeom prst="roundRect">
            <a:avLst>
              <a:gd name="adj" fmla="val 3347"/>
            </a:avLst>
          </a:prstGeom>
          <a:solidFill>
            <a:srgbClr val="FFFFFF"/>
          </a:solidFill>
          <a:ln w="9525">
            <a:solidFill>
              <a:srgbClr val="D5E1ED"/>
            </a:solidFill>
          </a:ln>
        </p:spPr>
        <p:txBody>
          <a:bodyPr/>
          <a:lstStyle/>
          <a:p>
            <a:endParaRPr/>
          </a:p>
        </p:txBody>
      </p:sp>
      <p:sp>
        <p:nvSpPr>
          <p:cNvPr id="20" name="N  전체 병사 인스턴스 수">
            <a:extLst>
              <a:ext uri="{FF2B5EF4-FFF2-40B4-BE49-F238E27FC236}">
                <a16:creationId xmlns:a16="http://schemas.microsoft.com/office/drawing/2014/main" id="{44182A64-C3BE-4AB3-8960-64680389AFB1}"/>
              </a:ext>
            </a:extLst>
          </p:cNvPr>
          <p:cNvSpPr>
            <a:spLocks noGrp="1"/>
          </p:cNvSpPr>
          <p:nvPr/>
        </p:nvSpPr>
        <p:spPr>
          <a:xfrm>
            <a:off x="7285209" y="2070035"/>
            <a:ext cx="319700" cy="352142"/>
          </a:xfrm>
          <a:prstGeom prst="rect">
            <a:avLst/>
          </a:prstGeom>
          <a:noFill/>
          <a:ln w="0">
            <a:noFill/>
          </a:ln>
        </p:spPr>
        <p:txBody>
          <a:bodyPr wrap="none" lIns="0" tIns="0" rIns="0" bIns="0" anchor="ctr">
            <a:noAutofit/>
          </a:bodyPr>
          <a:lstStyle/>
          <a:p>
            <a:pPr algn="l">
              <a:buNone/>
            </a:pPr>
            <a:r>
              <a:rPr sz="3200" b="1" i="1">
                <a:solidFill>
                  <a:srgbClr val="1D3550"/>
                </a:solidFill>
                <a:latin typeface="Malgun Gothic"/>
                <a:ea typeface="Malgun Gothic"/>
                <a:cs typeface="Malgun Gothic"/>
              </a:rPr>
              <a:t>N</a:t>
            </a:r>
          </a:p>
        </p:txBody>
      </p:sp>
      <p:sp>
        <p:nvSpPr>
          <p:cNvPr id="21" name="content-region">
            <a:extLst>
              <a:ext uri="{FF2B5EF4-FFF2-40B4-BE49-F238E27FC236}">
                <a16:creationId xmlns:a16="http://schemas.microsoft.com/office/drawing/2014/main" id="{E2782F22-1AB9-4596-99E6-7AE6B60ACAB5}"/>
              </a:ext>
            </a:extLst>
          </p:cNvPr>
          <p:cNvSpPr>
            <a:spLocks noGrp="1"/>
          </p:cNvSpPr>
          <p:nvPr/>
        </p:nvSpPr>
        <p:spPr>
          <a:xfrm>
            <a:off x="8514877" y="2606546"/>
            <a:ext cx="3000375" cy="304800"/>
          </a:xfrm>
          <a:prstGeom prst="roundRect">
            <a:avLst>
              <a:gd name="adj" fmla="val 19231"/>
            </a:avLst>
          </a:prstGeom>
          <a:solidFill>
            <a:srgbClr val="EAF3FB"/>
          </a:solidFill>
          <a:ln w="0">
            <a:noFill/>
          </a:ln>
        </p:spPr>
        <p:txBody>
          <a:bodyPr wrap="none" lIns="76200" tIns="47625" rIns="76200" bIns="47625" anchor="ctr">
            <a:noAutofit/>
          </a:bodyPr>
          <a:lstStyle/>
          <a:p>
            <a:pPr algn="r">
              <a:buNone/>
            </a:pPr>
            <a:r>
              <a:rPr b="1">
                <a:solidFill>
                  <a:srgbClr val="0075C9"/>
                </a:solidFill>
                <a:latin typeface="Malgun Gothic"/>
                <a:ea typeface="Malgun Gothic"/>
                <a:cs typeface="Malgun Gothic"/>
              </a:rPr>
              <a:t>2K · 4K · 8K · 16K</a:t>
            </a:r>
          </a:p>
        </p:txBody>
      </p:sp>
      <p:sp>
        <p:nvSpPr>
          <p:cNvPr id="24" name="스웜당 병사 수 = N / L">
            <a:extLst>
              <a:ext uri="{FF2B5EF4-FFF2-40B4-BE49-F238E27FC236}">
                <a16:creationId xmlns:a16="http://schemas.microsoft.com/office/drawing/2014/main" id="{C15D15BD-EAF0-42DA-B50D-E23DA7EF8CA1}"/>
              </a:ext>
            </a:extLst>
          </p:cNvPr>
          <p:cNvSpPr>
            <a:spLocks noGrp="1"/>
          </p:cNvSpPr>
          <p:nvPr/>
        </p:nvSpPr>
        <p:spPr>
          <a:xfrm>
            <a:off x="7181850" y="4499187"/>
            <a:ext cx="4362450" cy="371475"/>
          </a:xfrm>
          <a:prstGeom prst="rect">
            <a:avLst/>
          </a:prstGeom>
          <a:noFill/>
          <a:ln w="0">
            <a:noFill/>
          </a:ln>
        </p:spPr>
        <p:txBody>
          <a:bodyPr wrap="none" lIns="0" tIns="0" rIns="0" bIns="0" anchor="ctr">
            <a:noAutofit/>
          </a:bodyPr>
          <a:lstStyle/>
          <a:p>
            <a:pPr algn="r">
              <a:buNone/>
            </a:pPr>
            <a:r>
              <a:rPr sz="1200" b="1">
                <a:solidFill>
                  <a:srgbClr val="1D3550"/>
                </a:solidFill>
                <a:latin typeface="Malgun Gothic"/>
                <a:ea typeface="Malgun Gothic"/>
                <a:cs typeface="Malgun Gothic"/>
              </a:rPr>
              <a:t>스웜 당 병사 수 = 𝑵 / L</a:t>
            </a:r>
          </a:p>
        </p:txBody>
      </p:sp>
      <p:sp>
        <p:nvSpPr>
          <p:cNvPr id="25" name="직선 연결선 24">
            <a:extLst>
              <a:ext uri="{FF2B5EF4-FFF2-40B4-BE49-F238E27FC236}">
                <a16:creationId xmlns:a16="http://schemas.microsoft.com/office/drawing/2014/main" id="{3F396EE9-126D-404E-95BC-55E3F3D24796}"/>
              </a:ext>
            </a:extLst>
          </p:cNvPr>
          <p:cNvSpPr>
            <a:spLocks noGrp="1"/>
          </p:cNvSpPr>
          <p:nvPr/>
        </p:nvSpPr>
        <p:spPr>
          <a:xfrm>
            <a:off x="7176568" y="4476884"/>
            <a:ext cx="4362450" cy="0"/>
          </a:xfrm>
          <a:prstGeom prst="line">
            <a:avLst/>
          </a:prstGeom>
          <a:noFill/>
          <a:ln w="9525">
            <a:solidFill>
              <a:srgbClr val="D5E1ED"/>
            </a:solidFill>
          </a:ln>
        </p:spPr>
        <p:txBody>
          <a:bodyPr/>
          <a:lstStyle/>
          <a:p>
            <a:endParaRPr/>
          </a:p>
        </p:txBody>
      </p:sp>
      <p:sp>
        <p:nvSpPr>
          <p:cNvPr id="27" name="스웜당 병사 수·상호작용 범위· ECS 작업 구성이 함께 변화">
            <a:extLst>
              <a:ext uri="{FF2B5EF4-FFF2-40B4-BE49-F238E27FC236}">
                <a16:creationId xmlns:a16="http://schemas.microsoft.com/office/drawing/2014/main" id="{208726C4-D184-41F5-86A4-44629E869B5D}"/>
              </a:ext>
            </a:extLst>
          </p:cNvPr>
          <p:cNvSpPr>
            <a:spLocks noGrp="1"/>
          </p:cNvSpPr>
          <p:nvPr/>
        </p:nvSpPr>
        <p:spPr>
          <a:xfrm>
            <a:off x="7484245" y="3982623"/>
            <a:ext cx="4362450" cy="514350"/>
          </a:xfrm>
          <a:prstGeom prst="rect">
            <a:avLst/>
          </a:prstGeom>
          <a:noFill/>
          <a:ln w="0">
            <a:noFill/>
          </a:ln>
        </p:spPr>
        <p:txBody>
          <a:bodyPr wrap="none" lIns="0" tIns="0" rIns="0" bIns="0" anchor="ctr">
            <a:noAutofit/>
          </a:bodyPr>
          <a:lstStyle/>
          <a:p>
            <a:r>
              <a:rPr sz="1200">
                <a:solidFill>
                  <a:schemeClr val="bg2">
                    <a:lumMod val="25000"/>
                  </a:schemeClr>
                </a:solidFill>
                <a:latin typeface="Malgun Gothic"/>
                <a:ea typeface="Malgun Gothic"/>
                <a:cs typeface="Malgun Gothic"/>
              </a:rPr>
              <a:t>스웜 당 병사 수</a:t>
            </a:r>
            <a:r>
              <a:rPr sz="1200" b="0">
                <a:solidFill>
                  <a:schemeClr val="bg2">
                    <a:lumMod val="25000"/>
                  </a:schemeClr>
                </a:solidFill>
                <a:latin typeface="Malgun Gothic"/>
                <a:ea typeface="Malgun Gothic"/>
                <a:cs typeface="Malgun Gothic"/>
              </a:rPr>
              <a:t>· 상호작용 범위· ECS 작업 구성이 함께 변화</a:t>
            </a:r>
          </a:p>
        </p:txBody>
      </p:sp>
      <p:sp>
        <p:nvSpPr>
          <p:cNvPr id="34" name="Table 1.  The 2×2 factorial experimental conditions.">
            <a:extLst>
              <a:ext uri="{FF2B5EF4-FFF2-40B4-BE49-F238E27FC236}">
                <a16:creationId xmlns:a16="http://schemas.microsoft.com/office/drawing/2014/main" id="{B9824C20-CD87-4831-A3D9-55ED446E0E5D}"/>
              </a:ext>
            </a:extLst>
          </p:cNvPr>
          <p:cNvSpPr>
            <a:spLocks noGrp="1"/>
          </p:cNvSpPr>
          <p:nvPr/>
        </p:nvSpPr>
        <p:spPr>
          <a:xfrm>
            <a:off x="723900" y="2258459"/>
            <a:ext cx="5667375" cy="333375"/>
          </a:xfrm>
          <a:prstGeom prst="rect">
            <a:avLst/>
          </a:prstGeom>
          <a:noFill/>
          <a:ln w="0">
            <a:noFill/>
          </a:ln>
        </p:spPr>
        <p:txBody>
          <a:bodyPr wrap="none" lIns="0" tIns="0" rIns="0" bIns="0" anchor="ctr">
            <a:noAutofit/>
          </a:bodyPr>
          <a:lstStyle/>
          <a:p>
            <a:pPr algn="l">
              <a:buNone/>
            </a:pPr>
            <a:r>
              <a:rPr sz="1200" b="0">
                <a:solidFill>
                  <a:srgbClr val="111111"/>
                </a:solidFill>
                <a:latin typeface="Malgun Gothic"/>
                <a:ea typeface="Malgun Gothic"/>
                <a:cs typeface="Malgun Gothic"/>
              </a:rPr>
              <a:t>Table 1.  The 2×2 factorial experimental conditions.</a:t>
            </a:r>
          </a:p>
        </p:txBody>
      </p:sp>
      <p:sp>
        <p:nvSpPr>
          <p:cNvPr id="35" name="editable-cell-Rendering-Path">
            <a:extLst>
              <a:ext uri="{FF2B5EF4-FFF2-40B4-BE49-F238E27FC236}">
                <a16:creationId xmlns:a16="http://schemas.microsoft.com/office/drawing/2014/main" id="{61AABBA9-03DF-47A1-B354-E1863143B33D}"/>
              </a:ext>
            </a:extLst>
          </p:cNvPr>
          <p:cNvSpPr>
            <a:spLocks noGrp="1"/>
          </p:cNvSpPr>
          <p:nvPr/>
        </p:nvSpPr>
        <p:spPr>
          <a:xfrm>
            <a:off x="676275" y="2658509"/>
            <a:ext cx="1619250" cy="545094"/>
          </a:xfrm>
          <a:prstGeom prst="rect">
            <a:avLst/>
          </a:prstGeom>
          <a:solidFill>
            <a:srgbClr val="FFFFFF"/>
          </a:solidFill>
          <a:ln w="9525">
            <a:solidFill>
              <a:srgbClr val="202020"/>
            </a:solidFill>
          </a:ln>
        </p:spPr>
        <p:txBody>
          <a:bodyPr wrap="square" lIns="38100" tIns="19050" rIns="38100" bIns="19050" anchor="ctr">
            <a:noAutofit/>
          </a:bodyPr>
          <a:lstStyle/>
          <a:p>
            <a:pPr algn="ctr">
              <a:buNone/>
            </a:pPr>
            <a:r>
              <a:rPr sz="1200" b="0">
                <a:solidFill>
                  <a:srgbClr val="111111"/>
                </a:solidFill>
                <a:latin typeface="Malgun Gothic"/>
                <a:ea typeface="Malgun Gothic"/>
                <a:cs typeface="Malgun Gothic"/>
              </a:rPr>
              <a:t>Rendering</a:t>
            </a:r>
          </a:p>
          <a:p>
            <a:pPr algn="ctr">
              <a:buNone/>
            </a:pPr>
            <a:r>
              <a:rPr sz="1200" b="0">
                <a:solidFill>
                  <a:srgbClr val="111111"/>
                </a:solidFill>
                <a:latin typeface="Malgun Gothic"/>
                <a:ea typeface="Malgun Gothic"/>
                <a:cs typeface="Malgun Gothic"/>
              </a:rPr>
              <a:t>Path</a:t>
            </a:r>
          </a:p>
        </p:txBody>
      </p:sp>
      <p:sp>
        <p:nvSpPr>
          <p:cNvPr id="36" name="editable-cell-Integrated-Submission">
            <a:extLst>
              <a:ext uri="{FF2B5EF4-FFF2-40B4-BE49-F238E27FC236}">
                <a16:creationId xmlns:a16="http://schemas.microsoft.com/office/drawing/2014/main" id="{FA020D3D-DB3F-46C3-BFD6-14B7D03E93E2}"/>
              </a:ext>
            </a:extLst>
          </p:cNvPr>
          <p:cNvSpPr>
            <a:spLocks noGrp="1"/>
          </p:cNvSpPr>
          <p:nvPr/>
        </p:nvSpPr>
        <p:spPr>
          <a:xfrm>
            <a:off x="2295525" y="2658509"/>
            <a:ext cx="2066925" cy="545094"/>
          </a:xfrm>
          <a:prstGeom prst="rect">
            <a:avLst/>
          </a:prstGeom>
          <a:solidFill>
            <a:srgbClr val="FFFFFF"/>
          </a:solidFill>
          <a:ln w="9525">
            <a:solidFill>
              <a:srgbClr val="202020"/>
            </a:solidFill>
          </a:ln>
        </p:spPr>
        <p:txBody>
          <a:bodyPr wrap="square" lIns="38100" tIns="19050" rIns="38100" bIns="19050" anchor="ctr">
            <a:noAutofit/>
          </a:bodyPr>
          <a:lstStyle/>
          <a:p>
            <a:pPr algn="ctr">
              <a:buNone/>
            </a:pPr>
            <a:r>
              <a:rPr sz="1200" b="0">
                <a:solidFill>
                  <a:srgbClr val="111111"/>
                </a:solidFill>
                <a:latin typeface="Malgun Gothic"/>
                <a:ea typeface="Malgun Gothic"/>
                <a:cs typeface="Malgun Gothic"/>
              </a:rPr>
              <a:t>Integrated</a:t>
            </a:r>
          </a:p>
          <a:p>
            <a:pPr algn="ctr">
              <a:buNone/>
            </a:pPr>
            <a:r>
              <a:rPr sz="1200" b="0">
                <a:solidFill>
                  <a:srgbClr val="111111"/>
                </a:solidFill>
                <a:latin typeface="Malgun Gothic"/>
                <a:ea typeface="Malgun Gothic"/>
                <a:cs typeface="Malgun Gothic"/>
              </a:rPr>
              <a:t>Submission</a:t>
            </a:r>
          </a:p>
        </p:txBody>
      </p:sp>
      <p:sp>
        <p:nvSpPr>
          <p:cNvPr id="37" name="editable-cell-Four-Way Split-Submission">
            <a:extLst>
              <a:ext uri="{FF2B5EF4-FFF2-40B4-BE49-F238E27FC236}">
                <a16:creationId xmlns:a16="http://schemas.microsoft.com/office/drawing/2014/main" id="{37676AE6-25DE-4419-8CF0-2DB87149B898}"/>
              </a:ext>
            </a:extLst>
          </p:cNvPr>
          <p:cNvSpPr>
            <a:spLocks noGrp="1"/>
          </p:cNvSpPr>
          <p:nvPr/>
        </p:nvSpPr>
        <p:spPr>
          <a:xfrm>
            <a:off x="4362450" y="2658509"/>
            <a:ext cx="2076450" cy="545094"/>
          </a:xfrm>
          <a:prstGeom prst="rect">
            <a:avLst/>
          </a:prstGeom>
          <a:solidFill>
            <a:srgbClr val="FFFFFF"/>
          </a:solidFill>
          <a:ln w="9525">
            <a:solidFill>
              <a:srgbClr val="202020"/>
            </a:solidFill>
          </a:ln>
        </p:spPr>
        <p:txBody>
          <a:bodyPr wrap="square" lIns="38100" tIns="19050" rIns="38100" bIns="19050" anchor="ctr">
            <a:noAutofit/>
          </a:bodyPr>
          <a:lstStyle/>
          <a:p>
            <a:pPr algn="ctr">
              <a:buNone/>
            </a:pPr>
            <a:r>
              <a:rPr sz="1200" b="0">
                <a:solidFill>
                  <a:srgbClr val="111111"/>
                </a:solidFill>
                <a:latin typeface="Malgun Gothic"/>
                <a:ea typeface="Malgun Gothic"/>
                <a:cs typeface="Malgun Gothic"/>
              </a:rPr>
              <a:t>Four-Way Split</a:t>
            </a:r>
          </a:p>
          <a:p>
            <a:pPr algn="ctr">
              <a:buNone/>
            </a:pPr>
            <a:r>
              <a:rPr sz="1200" b="0">
                <a:solidFill>
                  <a:srgbClr val="111111"/>
                </a:solidFill>
                <a:latin typeface="Malgun Gothic"/>
                <a:ea typeface="Malgun Gothic"/>
                <a:cs typeface="Malgun Gothic"/>
              </a:rPr>
              <a:t>Submission</a:t>
            </a:r>
          </a:p>
        </p:txBody>
      </p:sp>
      <p:sp>
        <p:nvSpPr>
          <p:cNvPr id="38" name="editable-cell-RMI path">
            <a:extLst>
              <a:ext uri="{FF2B5EF4-FFF2-40B4-BE49-F238E27FC236}">
                <a16:creationId xmlns:a16="http://schemas.microsoft.com/office/drawing/2014/main" id="{11134F55-0BE4-4CB7-9705-6A1DEF9D21AB}"/>
              </a:ext>
            </a:extLst>
          </p:cNvPr>
          <p:cNvSpPr>
            <a:spLocks noGrp="1"/>
          </p:cNvSpPr>
          <p:nvPr/>
        </p:nvSpPr>
        <p:spPr>
          <a:xfrm>
            <a:off x="676275" y="3203603"/>
            <a:ext cx="1619250" cy="545094"/>
          </a:xfrm>
          <a:prstGeom prst="rect">
            <a:avLst/>
          </a:prstGeom>
          <a:solidFill>
            <a:srgbClr val="FFFFFF"/>
          </a:solidFill>
          <a:ln w="9525">
            <a:solidFill>
              <a:srgbClr val="202020"/>
            </a:solidFill>
          </a:ln>
        </p:spPr>
        <p:txBody>
          <a:bodyPr wrap="square" lIns="38100" tIns="19050" rIns="38100" bIns="19050" anchor="ctr">
            <a:noAutofit/>
          </a:bodyPr>
          <a:lstStyle/>
          <a:p>
            <a:pPr algn="ctr">
              <a:buNone/>
            </a:pPr>
            <a:r>
              <a:rPr sz="1350" b="0">
                <a:solidFill>
                  <a:srgbClr val="111111"/>
                </a:solidFill>
                <a:latin typeface="Malgun Gothic"/>
                <a:ea typeface="Malgun Gothic"/>
                <a:cs typeface="Malgun Gothic"/>
              </a:rPr>
              <a:t>RMI path</a:t>
            </a:r>
          </a:p>
        </p:txBody>
      </p:sp>
      <p:sp>
        <p:nvSpPr>
          <p:cNvPr id="39" name="editable-cell-E1">
            <a:extLst>
              <a:ext uri="{FF2B5EF4-FFF2-40B4-BE49-F238E27FC236}">
                <a16:creationId xmlns:a16="http://schemas.microsoft.com/office/drawing/2014/main" id="{D4954629-F4E0-4566-8000-6EB1AFC162D2}"/>
              </a:ext>
            </a:extLst>
          </p:cNvPr>
          <p:cNvSpPr>
            <a:spLocks noGrp="1"/>
          </p:cNvSpPr>
          <p:nvPr/>
        </p:nvSpPr>
        <p:spPr>
          <a:xfrm>
            <a:off x="2295525" y="3203603"/>
            <a:ext cx="2066925" cy="545094"/>
          </a:xfrm>
          <a:prstGeom prst="rect">
            <a:avLst/>
          </a:prstGeom>
          <a:solidFill>
            <a:srgbClr val="FFFFFF"/>
          </a:solidFill>
          <a:ln w="9525">
            <a:solidFill>
              <a:srgbClr val="202020"/>
            </a:solidFill>
          </a:ln>
        </p:spPr>
        <p:txBody>
          <a:bodyPr wrap="square" lIns="38100" tIns="19050" rIns="38100" bIns="19050" anchor="ctr">
            <a:noAutofit/>
          </a:bodyPr>
          <a:lstStyle/>
          <a:p>
            <a:pPr algn="ctr">
              <a:buNone/>
            </a:pPr>
            <a:r>
              <a:rPr sz="1350" b="0">
                <a:solidFill>
                  <a:srgbClr val="111111"/>
                </a:solidFill>
                <a:latin typeface="Malgun Gothic"/>
                <a:ea typeface="Malgun Gothic"/>
                <a:cs typeface="Malgun Gothic"/>
              </a:rPr>
              <a:t>E1</a:t>
            </a:r>
          </a:p>
        </p:txBody>
      </p:sp>
      <p:sp>
        <p:nvSpPr>
          <p:cNvPr id="40" name="editable-cell-E2">
            <a:extLst>
              <a:ext uri="{FF2B5EF4-FFF2-40B4-BE49-F238E27FC236}">
                <a16:creationId xmlns:a16="http://schemas.microsoft.com/office/drawing/2014/main" id="{792A4902-43D7-4236-800F-1EA35DD58580}"/>
              </a:ext>
            </a:extLst>
          </p:cNvPr>
          <p:cNvSpPr>
            <a:spLocks noGrp="1"/>
          </p:cNvSpPr>
          <p:nvPr/>
        </p:nvSpPr>
        <p:spPr>
          <a:xfrm>
            <a:off x="4362450" y="3203603"/>
            <a:ext cx="2076450" cy="545094"/>
          </a:xfrm>
          <a:prstGeom prst="rect">
            <a:avLst/>
          </a:prstGeom>
          <a:solidFill>
            <a:srgbClr val="FFFFFF"/>
          </a:solidFill>
          <a:ln w="9525">
            <a:solidFill>
              <a:srgbClr val="202020"/>
            </a:solidFill>
          </a:ln>
        </p:spPr>
        <p:txBody>
          <a:bodyPr wrap="square" lIns="38100" tIns="19050" rIns="38100" bIns="19050" anchor="ctr">
            <a:noAutofit/>
          </a:bodyPr>
          <a:lstStyle/>
          <a:p>
            <a:pPr algn="ctr">
              <a:buNone/>
            </a:pPr>
            <a:r>
              <a:rPr sz="1350" b="0">
                <a:solidFill>
                  <a:srgbClr val="111111"/>
                </a:solidFill>
                <a:latin typeface="Malgun Gothic"/>
                <a:ea typeface="Malgun Gothic"/>
                <a:cs typeface="Malgun Gothic"/>
              </a:rPr>
              <a:t>E2</a:t>
            </a:r>
          </a:p>
        </p:txBody>
      </p:sp>
      <p:sp>
        <p:nvSpPr>
          <p:cNvPr id="41" name="editable-cell-BRG path">
            <a:extLst>
              <a:ext uri="{FF2B5EF4-FFF2-40B4-BE49-F238E27FC236}">
                <a16:creationId xmlns:a16="http://schemas.microsoft.com/office/drawing/2014/main" id="{CD14D622-B940-4E2C-9D3B-27CDF7C152EA}"/>
              </a:ext>
            </a:extLst>
          </p:cNvPr>
          <p:cNvSpPr>
            <a:spLocks noGrp="1"/>
          </p:cNvSpPr>
          <p:nvPr/>
        </p:nvSpPr>
        <p:spPr>
          <a:xfrm>
            <a:off x="676275" y="3748697"/>
            <a:ext cx="1619250" cy="548112"/>
          </a:xfrm>
          <a:prstGeom prst="rect">
            <a:avLst/>
          </a:prstGeom>
          <a:solidFill>
            <a:srgbClr val="FFFFFF"/>
          </a:solidFill>
          <a:ln w="9525">
            <a:solidFill>
              <a:srgbClr val="202020"/>
            </a:solidFill>
          </a:ln>
        </p:spPr>
        <p:txBody>
          <a:bodyPr wrap="square" lIns="38100" tIns="19050" rIns="38100" bIns="19050" anchor="ctr">
            <a:noAutofit/>
          </a:bodyPr>
          <a:lstStyle/>
          <a:p>
            <a:pPr algn="ctr">
              <a:buNone/>
            </a:pPr>
            <a:r>
              <a:rPr sz="1350" b="0">
                <a:solidFill>
                  <a:srgbClr val="111111"/>
                </a:solidFill>
                <a:latin typeface="Malgun Gothic"/>
                <a:ea typeface="Malgun Gothic"/>
                <a:cs typeface="Malgun Gothic"/>
              </a:rPr>
              <a:t>BRG path</a:t>
            </a:r>
          </a:p>
        </p:txBody>
      </p:sp>
      <p:sp>
        <p:nvSpPr>
          <p:cNvPr id="42" name="editable-cell-E3">
            <a:extLst>
              <a:ext uri="{FF2B5EF4-FFF2-40B4-BE49-F238E27FC236}">
                <a16:creationId xmlns:a16="http://schemas.microsoft.com/office/drawing/2014/main" id="{F416AC3D-5BB7-405A-BB8F-DA65D0120E45}"/>
              </a:ext>
            </a:extLst>
          </p:cNvPr>
          <p:cNvSpPr>
            <a:spLocks noGrp="1"/>
          </p:cNvSpPr>
          <p:nvPr/>
        </p:nvSpPr>
        <p:spPr>
          <a:xfrm>
            <a:off x="2295525" y="3748697"/>
            <a:ext cx="2066925" cy="548112"/>
          </a:xfrm>
          <a:prstGeom prst="rect">
            <a:avLst/>
          </a:prstGeom>
          <a:solidFill>
            <a:srgbClr val="FFFFFF"/>
          </a:solidFill>
          <a:ln w="9525">
            <a:solidFill>
              <a:srgbClr val="202020"/>
            </a:solidFill>
          </a:ln>
        </p:spPr>
        <p:txBody>
          <a:bodyPr wrap="square" lIns="38100" tIns="19050" rIns="38100" bIns="19050" anchor="ctr">
            <a:noAutofit/>
          </a:bodyPr>
          <a:lstStyle/>
          <a:p>
            <a:pPr algn="ctr">
              <a:buNone/>
            </a:pPr>
            <a:r>
              <a:rPr sz="1350" b="0">
                <a:solidFill>
                  <a:srgbClr val="111111"/>
                </a:solidFill>
                <a:latin typeface="Malgun Gothic"/>
                <a:ea typeface="Malgun Gothic"/>
                <a:cs typeface="Malgun Gothic"/>
              </a:rPr>
              <a:t>E3</a:t>
            </a:r>
          </a:p>
        </p:txBody>
      </p:sp>
      <p:sp>
        <p:nvSpPr>
          <p:cNvPr id="43" name="editable-cell-E4">
            <a:extLst>
              <a:ext uri="{FF2B5EF4-FFF2-40B4-BE49-F238E27FC236}">
                <a16:creationId xmlns:a16="http://schemas.microsoft.com/office/drawing/2014/main" id="{299F3B1A-7145-45DD-B15B-7AB0F69A6A2D}"/>
              </a:ext>
            </a:extLst>
          </p:cNvPr>
          <p:cNvSpPr>
            <a:spLocks noGrp="1"/>
          </p:cNvSpPr>
          <p:nvPr/>
        </p:nvSpPr>
        <p:spPr>
          <a:xfrm>
            <a:off x="4362450" y="3748697"/>
            <a:ext cx="2076450" cy="548112"/>
          </a:xfrm>
          <a:prstGeom prst="rect">
            <a:avLst/>
          </a:prstGeom>
          <a:solidFill>
            <a:srgbClr val="FFFFFF"/>
          </a:solidFill>
          <a:ln w="9525">
            <a:solidFill>
              <a:srgbClr val="202020"/>
            </a:solidFill>
          </a:ln>
        </p:spPr>
        <p:txBody>
          <a:bodyPr wrap="square" lIns="38100" tIns="19050" rIns="38100" bIns="19050" anchor="ctr">
            <a:noAutofit/>
          </a:bodyPr>
          <a:lstStyle/>
          <a:p>
            <a:pPr algn="ctr">
              <a:buNone/>
            </a:pPr>
            <a:r>
              <a:rPr sz="1350" b="0">
                <a:solidFill>
                  <a:srgbClr val="111111"/>
                </a:solidFill>
                <a:latin typeface="Malgun Gothic"/>
                <a:ea typeface="Malgun Gothic"/>
                <a:cs typeface="Malgun Gothic"/>
              </a:rPr>
              <a:t>E4</a:t>
            </a:r>
          </a:p>
        </p:txBody>
      </p:sp>
      <p:sp>
        <p:nvSpPr>
          <p:cNvPr id="44" name="header-background">
            <a:extLst>
              <a:ext uri="{FF2B5EF4-FFF2-40B4-BE49-F238E27FC236}">
                <a16:creationId xmlns:a16="http://schemas.microsoft.com/office/drawing/2014/main" id="{3E269CF5-6E58-417C-B2E8-F4B635AD6391}"/>
              </a:ext>
            </a:extLst>
          </p:cNvPr>
          <p:cNvSpPr>
            <a:spLocks noGrp="1"/>
          </p:cNvSpPr>
          <p:nvPr/>
        </p:nvSpPr>
        <p:spPr>
          <a:xfrm>
            <a:off x="0" y="0"/>
            <a:ext cx="12192000" cy="1000125"/>
          </a:xfrm>
          <a:prstGeom prst="rect">
            <a:avLst/>
          </a:prstGeom>
          <a:solidFill>
            <a:srgbClr val="FFFFFF"/>
          </a:solidFill>
          <a:ln w="0">
            <a:noFill/>
          </a:ln>
        </p:spPr>
        <p:txBody>
          <a:bodyPr/>
          <a:lstStyle/>
          <a:p>
            <a:endParaRPr/>
          </a:p>
        </p:txBody>
      </p:sp>
      <p:sp>
        <p:nvSpPr>
          <p:cNvPr id="45" name="section-badge">
            <a:extLst>
              <a:ext uri="{FF2B5EF4-FFF2-40B4-BE49-F238E27FC236}">
                <a16:creationId xmlns:a16="http://schemas.microsoft.com/office/drawing/2014/main" id="{208A28E6-8F42-4662-8C8D-97A68A9BD4A6}"/>
              </a:ext>
            </a:extLst>
          </p:cNvPr>
          <p:cNvSpPr>
            <a:spLocks noGrp="1"/>
          </p:cNvSpPr>
          <p:nvPr/>
        </p:nvSpPr>
        <p:spPr>
          <a:xfrm>
            <a:off x="457200" y="266700"/>
            <a:ext cx="533400" cy="533400"/>
          </a:xfrm>
          <a:prstGeom prst="roundRect">
            <a:avLst>
              <a:gd name="adj" fmla="val 50000"/>
            </a:avLst>
          </a:prstGeom>
          <a:solidFill>
            <a:srgbClr val="143F90"/>
          </a:solidFill>
          <a:ln w="0">
            <a:noFill/>
          </a:ln>
        </p:spPr>
        <p:txBody>
          <a:bodyPr/>
          <a:lstStyle/>
          <a:p>
            <a:endParaRPr/>
          </a:p>
        </p:txBody>
      </p:sp>
      <p:sp>
        <p:nvSpPr>
          <p:cNvPr id="46" name="section-number">
            <a:extLst>
              <a:ext uri="{FF2B5EF4-FFF2-40B4-BE49-F238E27FC236}">
                <a16:creationId xmlns:a16="http://schemas.microsoft.com/office/drawing/2014/main" id="{DC8D52E1-0BCC-46F8-9795-31DDA12A786A}"/>
              </a:ext>
            </a:extLst>
          </p:cNvPr>
          <p:cNvSpPr>
            <a:spLocks noGrp="1"/>
          </p:cNvSpPr>
          <p:nvPr/>
        </p:nvSpPr>
        <p:spPr>
          <a:xfrm>
            <a:off x="457200" y="266700"/>
            <a:ext cx="533400" cy="533400"/>
          </a:xfrm>
          <a:prstGeom prst="rect">
            <a:avLst/>
          </a:prstGeom>
          <a:noFill/>
          <a:ln w="0">
            <a:noFill/>
          </a:ln>
        </p:spPr>
        <p:txBody>
          <a:bodyPr wrap="square" lIns="0" tIns="0" rIns="0" bIns="0" anchor="ctr">
            <a:noAutofit/>
          </a:bodyPr>
          <a:lstStyle/>
          <a:p>
            <a:pPr algn="ctr">
              <a:buNone/>
            </a:pPr>
            <a:r>
              <a:rPr sz="1650" b="1">
                <a:solidFill>
                  <a:srgbClr val="FFFFFF"/>
                </a:solidFill>
                <a:latin typeface="Malgun Gothic"/>
                <a:ea typeface="Malgun Gothic"/>
                <a:cs typeface="Malgun Gothic"/>
              </a:rPr>
              <a:t>02</a:t>
            </a:r>
          </a:p>
        </p:txBody>
      </p:sp>
      <p:sp>
        <p:nvSpPr>
          <p:cNvPr id="47" name="section-kicker">
            <a:extLst>
              <a:ext uri="{FF2B5EF4-FFF2-40B4-BE49-F238E27FC236}">
                <a16:creationId xmlns:a16="http://schemas.microsoft.com/office/drawing/2014/main" id="{D32C1C9D-6A2B-458F-89BE-EA0ADE49E04C}"/>
              </a:ext>
            </a:extLst>
          </p:cNvPr>
          <p:cNvSpPr>
            <a:spLocks noGrp="1"/>
          </p:cNvSpPr>
          <p:nvPr/>
        </p:nvSpPr>
        <p:spPr>
          <a:xfrm>
            <a:off x="1200150" y="152400"/>
            <a:ext cx="7239000" cy="238125"/>
          </a:xfrm>
          <a:prstGeom prst="rect">
            <a:avLst/>
          </a:prstGeom>
          <a:noFill/>
          <a:ln w="0">
            <a:noFill/>
          </a:ln>
        </p:spPr>
        <p:txBody>
          <a:bodyPr wrap="square" lIns="0" tIns="0" rIns="0" bIns="0" anchor="ctr">
            <a:noAutofit/>
          </a:bodyPr>
          <a:lstStyle/>
          <a:p>
            <a:pPr algn="l">
              <a:buNone/>
            </a:pPr>
            <a:r>
              <a:rPr sz="1275" b="1">
                <a:solidFill>
                  <a:srgbClr val="0075C9"/>
                </a:solidFill>
                <a:latin typeface="Malgun Gothic"/>
                <a:ea typeface="Malgun Gothic"/>
                <a:cs typeface="Malgun Gothic"/>
              </a:rPr>
              <a:t>기술 구조와 실험 설계</a:t>
            </a:r>
          </a:p>
        </p:txBody>
      </p:sp>
      <p:sp>
        <p:nvSpPr>
          <p:cNvPr id="48" name="slide-title">
            <a:extLst>
              <a:ext uri="{FF2B5EF4-FFF2-40B4-BE49-F238E27FC236}">
                <a16:creationId xmlns:a16="http://schemas.microsoft.com/office/drawing/2014/main" id="{8A833F3D-1890-4DD5-AD5C-0491B75A7887}"/>
              </a:ext>
            </a:extLst>
          </p:cNvPr>
          <p:cNvSpPr>
            <a:spLocks noGrp="1"/>
          </p:cNvSpPr>
          <p:nvPr/>
        </p:nvSpPr>
        <p:spPr>
          <a:xfrm>
            <a:off x="1200150" y="400050"/>
            <a:ext cx="9144000" cy="457200"/>
          </a:xfrm>
          <a:prstGeom prst="rect">
            <a:avLst/>
          </a:prstGeom>
          <a:noFill/>
          <a:ln w="0">
            <a:noFill/>
          </a:ln>
        </p:spPr>
        <p:txBody>
          <a:bodyPr wrap="square" lIns="0" tIns="0" rIns="0" bIns="0" anchor="ctr">
            <a:noAutofit/>
          </a:bodyPr>
          <a:lstStyle/>
          <a:p>
            <a:pPr algn="l">
              <a:buNone/>
            </a:pPr>
            <a:r>
              <a:rPr sz="2325" b="1">
                <a:solidFill>
                  <a:srgbClr val="143F90"/>
                </a:solidFill>
                <a:latin typeface="Malgun Gothic"/>
                <a:ea typeface="Malgun Gothic"/>
                <a:cs typeface="Malgun Gothic"/>
              </a:rPr>
              <a:t>비교 조건과 실험 구성</a:t>
            </a:r>
          </a:p>
        </p:txBody>
      </p:sp>
      <p:sp>
        <p:nvSpPr>
          <p:cNvPr id="50" name="header-blue-line">
            <a:extLst>
              <a:ext uri="{FF2B5EF4-FFF2-40B4-BE49-F238E27FC236}">
                <a16:creationId xmlns:a16="http://schemas.microsoft.com/office/drawing/2014/main" id="{51E8E8B4-5599-47B2-B73B-09E296EA9F62}"/>
              </a:ext>
            </a:extLst>
          </p:cNvPr>
          <p:cNvSpPr>
            <a:spLocks noGrp="1"/>
          </p:cNvSpPr>
          <p:nvPr/>
        </p:nvSpPr>
        <p:spPr>
          <a:xfrm>
            <a:off x="0" y="1000125"/>
            <a:ext cx="12192000" cy="57150"/>
          </a:xfrm>
          <a:prstGeom prst="rect">
            <a:avLst/>
          </a:prstGeom>
          <a:solidFill>
            <a:srgbClr val="0075C9"/>
          </a:solidFill>
          <a:ln w="0">
            <a:noFill/>
          </a:ln>
        </p:spPr>
        <p:txBody>
          <a:bodyPr/>
          <a:lstStyle/>
          <a:p>
            <a:endParaRPr/>
          </a:p>
        </p:txBody>
      </p:sp>
      <p:sp>
        <p:nvSpPr>
          <p:cNvPr id="51" name="header-green-line">
            <a:extLst>
              <a:ext uri="{FF2B5EF4-FFF2-40B4-BE49-F238E27FC236}">
                <a16:creationId xmlns:a16="http://schemas.microsoft.com/office/drawing/2014/main" id="{DFDD98F6-6CAF-4CAA-A169-8AE1F8591E45}"/>
              </a:ext>
            </a:extLst>
          </p:cNvPr>
          <p:cNvSpPr>
            <a:spLocks noGrp="1"/>
          </p:cNvSpPr>
          <p:nvPr/>
        </p:nvSpPr>
        <p:spPr>
          <a:xfrm>
            <a:off x="0" y="1000125"/>
            <a:ext cx="2000250" cy="57150"/>
          </a:xfrm>
          <a:prstGeom prst="rect">
            <a:avLst/>
          </a:prstGeom>
          <a:solidFill>
            <a:srgbClr val="00A651"/>
          </a:solidFill>
          <a:ln w="0">
            <a:noFill/>
          </a:ln>
        </p:spPr>
        <p:txBody>
          <a:bodyPr/>
          <a:lstStyle/>
          <a:p>
            <a:endParaRPr/>
          </a:p>
        </p:txBody>
      </p:sp>
      <p:sp>
        <p:nvSpPr>
          <p:cNvPr id="3" name="page-number">
            <a:extLst>
              <a:ext uri="{FF2B5EF4-FFF2-40B4-BE49-F238E27FC236}">
                <a16:creationId xmlns:a16="http://schemas.microsoft.com/office/drawing/2014/main" id="{7FD07D11-A3AA-0B98-190E-C2C9EB6E7D03}"/>
              </a:ext>
            </a:extLst>
          </p:cNvPr>
          <p:cNvSpPr>
            <a:spLocks noGrp="1"/>
          </p:cNvSpPr>
          <p:nvPr/>
        </p:nvSpPr>
        <p:spPr>
          <a:xfrm>
            <a:off x="10915650" y="552450"/>
            <a:ext cx="1162050" cy="304800"/>
          </a:xfrm>
          <a:prstGeom prst="rect">
            <a:avLst/>
          </a:prstGeom>
          <a:noFill/>
          <a:ln w="0">
            <a:noFill/>
          </a:ln>
        </p:spPr>
        <p:txBody>
          <a:bodyPr wrap="square" lIns="0" tIns="0" rIns="0" bIns="0" anchor="ctr">
            <a:noAutofit/>
          </a:bodyPr>
          <a:lstStyle/>
          <a:p>
            <a:pPr algn="r">
              <a:buNone/>
            </a:pPr>
            <a:r>
              <a:rPr sz="1400" b="0">
                <a:solidFill>
                  <a:srgbClr val="657B8F"/>
                </a:solidFill>
                <a:latin typeface="Malgun Gothic"/>
                <a:ea typeface="Malgun Gothic"/>
                <a:cs typeface="Malgun Gothic"/>
              </a:rPr>
              <a:t>07 / 10</a:t>
            </a:r>
          </a:p>
        </p:txBody>
      </p:sp>
      <p:sp>
        <p:nvSpPr>
          <p:cNvPr id="5" name="content-region">
            <a:extLst>
              <a:ext uri="{FF2B5EF4-FFF2-40B4-BE49-F238E27FC236}">
                <a16:creationId xmlns:a16="http://schemas.microsoft.com/office/drawing/2014/main" id="{E8043A27-F661-0950-C52B-83F3EAAB1B20}"/>
              </a:ext>
            </a:extLst>
          </p:cNvPr>
          <p:cNvSpPr>
            <a:spLocks noGrp="1"/>
          </p:cNvSpPr>
          <p:nvPr/>
        </p:nvSpPr>
        <p:spPr>
          <a:xfrm>
            <a:off x="7143750" y="1429033"/>
            <a:ext cx="4400550" cy="457200"/>
          </a:xfrm>
          <a:prstGeom prst="roundRect">
            <a:avLst>
              <a:gd name="adj" fmla="val 20833"/>
            </a:avLst>
          </a:prstGeom>
          <a:solidFill>
            <a:schemeClr val="accent2"/>
          </a:solidFill>
          <a:ln w="0">
            <a:noFill/>
          </a:ln>
        </p:spPr>
        <p:txBody>
          <a:bodyPr wrap="none" lIns="76200" tIns="47625" rIns="76200" bIns="47625" anchor="ctr">
            <a:noAutofit/>
          </a:bodyPr>
          <a:lstStyle/>
          <a:p>
            <a:pPr algn="ctr">
              <a:buNone/>
            </a:pPr>
            <a:r>
              <a:rPr sz="2025" b="1">
                <a:solidFill>
                  <a:srgbClr val="FFFFFF"/>
                </a:solidFill>
                <a:latin typeface="Malgun Gothic"/>
                <a:ea typeface="Malgun Gothic"/>
                <a:cs typeface="Malgun Gothic"/>
              </a:rPr>
              <a:t>부하 조건</a:t>
            </a:r>
          </a:p>
        </p:txBody>
      </p:sp>
      <p:sp>
        <p:nvSpPr>
          <p:cNvPr id="9" name="N  전체 병사 인스턴스 수">
            <a:extLst>
              <a:ext uri="{FF2B5EF4-FFF2-40B4-BE49-F238E27FC236}">
                <a16:creationId xmlns:a16="http://schemas.microsoft.com/office/drawing/2014/main" id="{3E5C97FB-1928-CE40-EF3E-D78C036E14EE}"/>
              </a:ext>
            </a:extLst>
          </p:cNvPr>
          <p:cNvSpPr>
            <a:spLocks noGrp="1"/>
          </p:cNvSpPr>
          <p:nvPr/>
        </p:nvSpPr>
        <p:spPr>
          <a:xfrm>
            <a:off x="7181850" y="5496353"/>
            <a:ext cx="4517113" cy="954334"/>
          </a:xfrm>
          <a:prstGeom prst="rect">
            <a:avLst/>
          </a:prstGeom>
          <a:noFill/>
          <a:ln w="0">
            <a:noFill/>
          </a:ln>
        </p:spPr>
        <p:txBody>
          <a:bodyPr wrap="none" lIns="0" tIns="0" rIns="0" bIns="0" anchor="ctr">
            <a:noAutofit/>
          </a:bodyPr>
          <a:lstStyle/>
          <a:p>
            <a:pPr marL="171450" indent="-171450">
              <a:lnSpc>
                <a:spcPct val="150000"/>
              </a:lnSpc>
              <a:buFont typeface="Arial"/>
              <a:buChar char="•"/>
            </a:pPr>
            <a:r>
              <a:rPr sz="1500" b="1">
                <a:solidFill>
                  <a:srgbClr val="1D3550"/>
                </a:solidFill>
                <a:latin typeface="Malgun Gothic"/>
                <a:ea typeface="Malgun Gothic"/>
                <a:cs typeface="Malgun Gothic"/>
              </a:rPr>
              <a:t>ECS · 렌더링 자원 · 카메라 · 그래픽 설정</a:t>
            </a:r>
          </a:p>
          <a:p>
            <a:pPr marL="171450" indent="-171450">
              <a:lnSpc>
                <a:spcPct val="150000"/>
              </a:lnSpc>
              <a:buFont typeface="Arial"/>
              <a:buChar char="•"/>
            </a:pPr>
            <a:r>
              <a:rPr sz="1500" b="1">
                <a:solidFill>
                  <a:srgbClr val="1D3550"/>
                </a:solidFill>
                <a:latin typeface="Malgun Gothic"/>
                <a:ea typeface="Malgun Gothic"/>
                <a:cs typeface="Malgun Gothic"/>
              </a:rPr>
              <a:t>전체 가시 · Culling · LOD OFF </a:t>
            </a:r>
          </a:p>
        </p:txBody>
      </p:sp>
      <p:sp>
        <p:nvSpPr>
          <p:cNvPr id="32" name="N  전체 병사 인스턴스 수">
            <a:extLst>
              <a:ext uri="{FF2B5EF4-FFF2-40B4-BE49-F238E27FC236}">
                <a16:creationId xmlns:a16="http://schemas.microsoft.com/office/drawing/2014/main" id="{AF26DCB8-48F2-3C4B-42D5-806C4BAACDCF}"/>
              </a:ext>
            </a:extLst>
          </p:cNvPr>
          <p:cNvSpPr>
            <a:spLocks noGrp="1"/>
          </p:cNvSpPr>
          <p:nvPr/>
        </p:nvSpPr>
        <p:spPr>
          <a:xfrm>
            <a:off x="7324395" y="3237265"/>
            <a:ext cx="319700" cy="352142"/>
          </a:xfrm>
          <a:prstGeom prst="rect">
            <a:avLst/>
          </a:prstGeom>
          <a:noFill/>
          <a:ln w="0">
            <a:noFill/>
          </a:ln>
        </p:spPr>
        <p:txBody>
          <a:bodyPr wrap="none" lIns="0" tIns="0" rIns="0" bIns="0" anchor="ctr">
            <a:noAutofit/>
          </a:bodyPr>
          <a:lstStyle/>
          <a:p>
            <a:pPr algn="l">
              <a:buNone/>
            </a:pPr>
            <a:r>
              <a:rPr sz="3200" b="1" i="1">
                <a:solidFill>
                  <a:srgbClr val="1D3550"/>
                </a:solidFill>
                <a:latin typeface="Malgun Gothic"/>
                <a:ea typeface="Malgun Gothic"/>
                <a:cs typeface="Malgun Gothic"/>
              </a:rPr>
              <a:t>L</a:t>
            </a:r>
          </a:p>
        </p:txBody>
      </p:sp>
      <p:sp>
        <p:nvSpPr>
          <p:cNvPr id="33" name="N  전체 병사 인스턴스 수">
            <a:extLst>
              <a:ext uri="{FF2B5EF4-FFF2-40B4-BE49-F238E27FC236}">
                <a16:creationId xmlns:a16="http://schemas.microsoft.com/office/drawing/2014/main" id="{56350EA8-F9EA-E35A-D3C1-F086E288DBA5}"/>
              </a:ext>
            </a:extLst>
          </p:cNvPr>
          <p:cNvSpPr>
            <a:spLocks noGrp="1"/>
          </p:cNvSpPr>
          <p:nvPr/>
        </p:nvSpPr>
        <p:spPr>
          <a:xfrm>
            <a:off x="8439150" y="3203603"/>
            <a:ext cx="3086100" cy="323850"/>
          </a:xfrm>
          <a:prstGeom prst="rect">
            <a:avLst/>
          </a:prstGeom>
          <a:noFill/>
          <a:ln w="0">
            <a:noFill/>
          </a:ln>
        </p:spPr>
        <p:txBody>
          <a:bodyPr wrap="none" lIns="0" tIns="0" rIns="0" bIns="0" anchor="ctr">
            <a:noAutofit/>
          </a:bodyPr>
          <a:lstStyle/>
          <a:p>
            <a:pPr algn="r">
              <a:lnSpc>
                <a:spcPct val="150000"/>
              </a:lnSpc>
              <a:buNone/>
            </a:pPr>
            <a:r>
              <a:rPr sz="1400" b="1">
                <a:solidFill>
                  <a:srgbClr val="1D3550"/>
                </a:solidFill>
                <a:latin typeface="Malgun Gothic"/>
                <a:ea typeface="Malgun Gothic"/>
                <a:cs typeface="Malgun Gothic"/>
              </a:rPr>
              <a:t>스웜 구성에 따른 복합 시뮬레이션 부하</a:t>
            </a:r>
          </a:p>
          <a:p>
            <a:pPr algn="r">
              <a:lnSpc>
                <a:spcPct val="150000"/>
              </a:lnSpc>
              <a:buNone/>
            </a:pPr>
            <a:r>
              <a:rPr sz="1200" b="1">
                <a:solidFill>
                  <a:srgbClr val="1D3550"/>
                </a:solidFill>
                <a:latin typeface="Malgun Gothic"/>
                <a:ea typeface="Malgun Gothic"/>
                <a:cs typeface="Malgun Gothic"/>
              </a:rPr>
              <a:t>전체 스웜 수</a:t>
            </a:r>
          </a:p>
        </p:txBody>
      </p:sp>
      <p:sp>
        <p:nvSpPr>
          <p:cNvPr id="54" name="content-region">
            <a:extLst>
              <a:ext uri="{FF2B5EF4-FFF2-40B4-BE49-F238E27FC236}">
                <a16:creationId xmlns:a16="http://schemas.microsoft.com/office/drawing/2014/main" id="{4B926DE0-F717-600B-2029-FD0857DF7AF0}"/>
              </a:ext>
            </a:extLst>
          </p:cNvPr>
          <p:cNvSpPr>
            <a:spLocks noGrp="1"/>
          </p:cNvSpPr>
          <p:nvPr/>
        </p:nvSpPr>
        <p:spPr>
          <a:xfrm>
            <a:off x="8514877" y="3721205"/>
            <a:ext cx="3000375" cy="304800"/>
          </a:xfrm>
          <a:prstGeom prst="roundRect">
            <a:avLst>
              <a:gd name="adj" fmla="val 19231"/>
            </a:avLst>
          </a:prstGeom>
          <a:solidFill>
            <a:srgbClr val="EAF3FB"/>
          </a:solidFill>
          <a:ln w="0">
            <a:noFill/>
          </a:ln>
        </p:spPr>
        <p:txBody>
          <a:bodyPr wrap="none" lIns="76200" tIns="47625" rIns="76200" bIns="47625" anchor="ctr">
            <a:noAutofit/>
          </a:bodyPr>
          <a:lstStyle/>
          <a:p>
            <a:pPr algn="r">
              <a:buNone/>
            </a:pPr>
            <a:r>
              <a:rPr b="1">
                <a:solidFill>
                  <a:srgbClr val="0075C9"/>
                </a:solidFill>
                <a:latin typeface="Malgun Gothic"/>
                <a:ea typeface="Malgun Gothic"/>
                <a:cs typeface="Malgun Gothic"/>
              </a:rPr>
              <a:t>4 · 8 · 16</a:t>
            </a:r>
          </a:p>
        </p:txBody>
      </p:sp>
      <p:sp>
        <p:nvSpPr>
          <p:cNvPr id="55" name="직선 연결선 54">
            <a:extLst>
              <a:ext uri="{FF2B5EF4-FFF2-40B4-BE49-F238E27FC236}">
                <a16:creationId xmlns:a16="http://schemas.microsoft.com/office/drawing/2014/main" id="{359366B6-E5E0-8D30-7BEC-084CF0D99227}"/>
              </a:ext>
            </a:extLst>
          </p:cNvPr>
          <p:cNvSpPr>
            <a:spLocks noGrp="1"/>
          </p:cNvSpPr>
          <p:nvPr/>
        </p:nvSpPr>
        <p:spPr>
          <a:xfrm>
            <a:off x="7162800" y="3005369"/>
            <a:ext cx="4362450" cy="0"/>
          </a:xfrm>
          <a:prstGeom prst="line">
            <a:avLst/>
          </a:prstGeom>
          <a:noFill/>
          <a:ln w="9525">
            <a:solidFill>
              <a:srgbClr val="D5E1ED"/>
            </a:solidFill>
          </a:ln>
        </p:spPr>
        <p:txBody>
          <a:bodyPr/>
          <a:lstStyle/>
          <a:p>
            <a:endParaRPr/>
          </a:p>
        </p:txBody>
      </p:sp>
      <p:sp>
        <p:nvSpPr>
          <p:cNvPr id="56" name="content-region">
            <a:extLst>
              <a:ext uri="{FF2B5EF4-FFF2-40B4-BE49-F238E27FC236}">
                <a16:creationId xmlns:a16="http://schemas.microsoft.com/office/drawing/2014/main" id="{28DF2D1A-D9C2-172B-B539-2D9398FA26FB}"/>
              </a:ext>
            </a:extLst>
          </p:cNvPr>
          <p:cNvSpPr>
            <a:spLocks noGrp="1"/>
          </p:cNvSpPr>
          <p:nvPr/>
        </p:nvSpPr>
        <p:spPr>
          <a:xfrm>
            <a:off x="7143750" y="5024774"/>
            <a:ext cx="4400550" cy="457200"/>
          </a:xfrm>
          <a:prstGeom prst="roundRect">
            <a:avLst>
              <a:gd name="adj" fmla="val 20833"/>
            </a:avLst>
          </a:prstGeom>
          <a:solidFill>
            <a:schemeClr val="accent2"/>
          </a:solidFill>
          <a:ln w="0">
            <a:noFill/>
          </a:ln>
        </p:spPr>
        <p:txBody>
          <a:bodyPr wrap="none" lIns="76200" tIns="47625" rIns="76200" bIns="47625" anchor="ctr">
            <a:noAutofit/>
          </a:bodyPr>
          <a:lstStyle/>
          <a:p>
            <a:pPr algn="ctr">
              <a:buNone/>
            </a:pPr>
            <a:r>
              <a:rPr sz="2000" b="1">
                <a:solidFill>
                  <a:srgbClr val="FFFFFF"/>
                </a:solidFill>
                <a:latin typeface="Malgun Gothic"/>
                <a:ea typeface="Malgun Gothic"/>
                <a:cs typeface="Malgun Gothic"/>
              </a:rPr>
              <a:t>동일 조건</a:t>
            </a:r>
          </a:p>
        </p:txBody>
      </p:sp>
      <p:sp>
        <p:nvSpPr>
          <p:cNvPr id="57" name="N  전체 병사 인스턴스 수">
            <a:extLst>
              <a:ext uri="{FF2B5EF4-FFF2-40B4-BE49-F238E27FC236}">
                <a16:creationId xmlns:a16="http://schemas.microsoft.com/office/drawing/2014/main" id="{BDC43F10-DEB2-E9C7-2885-98B69B8D5633}"/>
              </a:ext>
            </a:extLst>
          </p:cNvPr>
          <p:cNvSpPr>
            <a:spLocks noGrp="1"/>
          </p:cNvSpPr>
          <p:nvPr/>
        </p:nvSpPr>
        <p:spPr>
          <a:xfrm>
            <a:off x="8439150" y="2070932"/>
            <a:ext cx="3086100" cy="323850"/>
          </a:xfrm>
          <a:prstGeom prst="rect">
            <a:avLst/>
          </a:prstGeom>
          <a:noFill/>
          <a:ln w="0">
            <a:noFill/>
          </a:ln>
        </p:spPr>
        <p:txBody>
          <a:bodyPr wrap="none" lIns="0" tIns="0" rIns="0" bIns="0" anchor="ctr">
            <a:noAutofit/>
          </a:bodyPr>
          <a:lstStyle/>
          <a:p>
            <a:pPr algn="r">
              <a:lnSpc>
                <a:spcPct val="150000"/>
              </a:lnSpc>
              <a:buNone/>
            </a:pPr>
            <a:r>
              <a:rPr sz="1400" b="1">
                <a:solidFill>
                  <a:srgbClr val="1D3550"/>
                </a:solidFill>
                <a:latin typeface="NanumSquare"/>
                <a:ea typeface="NanumSquare"/>
                <a:cs typeface="NanumSquare"/>
              </a:rPr>
              <a:t>렌더링 및 상태 갱신 대상의 전체 규모 </a:t>
            </a:r>
          </a:p>
          <a:p>
            <a:pPr algn="r">
              <a:lnSpc>
                <a:spcPct val="150000"/>
              </a:lnSpc>
              <a:buNone/>
            </a:pPr>
            <a:r>
              <a:rPr sz="1200" b="1">
                <a:solidFill>
                  <a:srgbClr val="1D3550"/>
                </a:solidFill>
                <a:latin typeface="Malgun Gothic"/>
                <a:ea typeface="Malgun Gothic"/>
                <a:cs typeface="Malgun Gothic"/>
              </a:rPr>
              <a:t>전체 병사 인스턴스 수</a:t>
            </a:r>
          </a:p>
        </p:txBody>
      </p:sp>
    </p:spTree>
    <p:extLst>
      <p:ext uri="{BB962C8B-B14F-4D97-AF65-F5344CB8AC3E}">
        <p14:creationId xmlns:p14="http://schemas.microsoft.com/office/powerpoint/2010/main" val="1745822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4" name="comparison-title-bar">
            <a:extLst>
              <a:ext uri="{FF2B5EF4-FFF2-40B4-BE49-F238E27FC236}">
                <a16:creationId xmlns:a16="http://schemas.microsoft.com/office/drawing/2014/main" id="{5E09EEA4-8F88-0962-799F-E26D86E9D391}"/>
              </a:ext>
            </a:extLst>
          </p:cNvPr>
          <p:cNvSpPr>
            <a:spLocks noGrp="1"/>
          </p:cNvSpPr>
          <p:nvPr/>
        </p:nvSpPr>
        <p:spPr>
          <a:xfrm>
            <a:off x="630383" y="5343092"/>
            <a:ext cx="5096358" cy="552450"/>
          </a:xfrm>
          <a:prstGeom prst="roundRect">
            <a:avLst>
              <a:gd name="adj" fmla="val 38375"/>
            </a:avLst>
          </a:prstGeom>
          <a:solidFill>
            <a:schemeClr val="tx2">
              <a:lumMod val="10000"/>
              <a:lumOff val="90000"/>
            </a:schemeClr>
          </a:solidFill>
          <a:ln w="0">
            <a:solidFill>
              <a:schemeClr val="bg2">
                <a:lumMod val="90000"/>
              </a:schemeClr>
            </a:solidFill>
          </a:ln>
        </p:spPr>
        <p:txBody>
          <a:bodyPr/>
          <a:lstStyle/>
          <a:p>
            <a:endParaRPr/>
          </a:p>
        </p:txBody>
      </p:sp>
      <p:sp>
        <p:nvSpPr>
          <p:cNvPr id="112" name="header-background">
            <a:extLst>
              <a:ext uri="{FF2B5EF4-FFF2-40B4-BE49-F238E27FC236}">
                <a16:creationId xmlns:a16="http://schemas.microsoft.com/office/drawing/2014/main" id="{BDCD53FE-9004-4A7D-9EE1-61E185B2C5FD}"/>
              </a:ext>
            </a:extLst>
          </p:cNvPr>
          <p:cNvSpPr>
            <a:spLocks noGrp="1"/>
          </p:cNvSpPr>
          <p:nvPr/>
        </p:nvSpPr>
        <p:spPr>
          <a:xfrm>
            <a:off x="0" y="0"/>
            <a:ext cx="12192000" cy="1000125"/>
          </a:xfrm>
          <a:prstGeom prst="rect">
            <a:avLst/>
          </a:prstGeom>
          <a:solidFill>
            <a:srgbClr val="FFFFFF"/>
          </a:solidFill>
          <a:ln w="0">
            <a:noFill/>
          </a:ln>
        </p:spPr>
        <p:txBody>
          <a:bodyPr/>
          <a:lstStyle/>
          <a:p>
            <a:endParaRPr/>
          </a:p>
        </p:txBody>
      </p:sp>
      <p:sp>
        <p:nvSpPr>
          <p:cNvPr id="113" name="section-badge">
            <a:extLst>
              <a:ext uri="{FF2B5EF4-FFF2-40B4-BE49-F238E27FC236}">
                <a16:creationId xmlns:a16="http://schemas.microsoft.com/office/drawing/2014/main" id="{232B0ED6-A318-4336-AEC5-6E57B6B98583}"/>
              </a:ext>
            </a:extLst>
          </p:cNvPr>
          <p:cNvSpPr>
            <a:spLocks noGrp="1"/>
          </p:cNvSpPr>
          <p:nvPr/>
        </p:nvSpPr>
        <p:spPr>
          <a:xfrm>
            <a:off x="457200" y="266700"/>
            <a:ext cx="533400" cy="533400"/>
          </a:xfrm>
          <a:prstGeom prst="roundRect">
            <a:avLst>
              <a:gd name="adj" fmla="val 50000"/>
            </a:avLst>
          </a:prstGeom>
          <a:solidFill>
            <a:srgbClr val="143F90"/>
          </a:solidFill>
          <a:ln w="0">
            <a:noFill/>
          </a:ln>
        </p:spPr>
        <p:txBody>
          <a:bodyPr/>
          <a:lstStyle/>
          <a:p>
            <a:endParaRPr/>
          </a:p>
        </p:txBody>
      </p:sp>
      <p:sp>
        <p:nvSpPr>
          <p:cNvPr id="114" name="section-number">
            <a:extLst>
              <a:ext uri="{FF2B5EF4-FFF2-40B4-BE49-F238E27FC236}">
                <a16:creationId xmlns:a16="http://schemas.microsoft.com/office/drawing/2014/main" id="{BD4B9B49-6D07-4680-9666-7FBD01D11153}"/>
              </a:ext>
            </a:extLst>
          </p:cNvPr>
          <p:cNvSpPr>
            <a:spLocks noGrp="1"/>
          </p:cNvSpPr>
          <p:nvPr/>
        </p:nvSpPr>
        <p:spPr>
          <a:xfrm>
            <a:off x="457200" y="266700"/>
            <a:ext cx="533400" cy="533400"/>
          </a:xfrm>
          <a:prstGeom prst="rect">
            <a:avLst/>
          </a:prstGeom>
          <a:noFill/>
          <a:ln w="0">
            <a:noFill/>
          </a:ln>
        </p:spPr>
        <p:txBody>
          <a:bodyPr wrap="square" lIns="0" tIns="0" rIns="0" bIns="0" anchor="ctr">
            <a:noAutofit/>
          </a:bodyPr>
          <a:lstStyle/>
          <a:p>
            <a:pPr algn="ctr">
              <a:buNone/>
            </a:pPr>
            <a:r>
              <a:rPr sz="1650" b="1">
                <a:solidFill>
                  <a:srgbClr val="FFFFFF"/>
                </a:solidFill>
                <a:latin typeface="Malgun Gothic"/>
                <a:ea typeface="Malgun Gothic"/>
                <a:cs typeface="Malgun Gothic"/>
              </a:rPr>
              <a:t>03</a:t>
            </a:r>
          </a:p>
        </p:txBody>
      </p:sp>
      <p:sp>
        <p:nvSpPr>
          <p:cNvPr id="115" name="section-kicker">
            <a:extLst>
              <a:ext uri="{FF2B5EF4-FFF2-40B4-BE49-F238E27FC236}">
                <a16:creationId xmlns:a16="http://schemas.microsoft.com/office/drawing/2014/main" id="{F7DC6F8E-3EDB-4B75-99EB-7B032FEA1227}"/>
              </a:ext>
            </a:extLst>
          </p:cNvPr>
          <p:cNvSpPr>
            <a:spLocks noGrp="1"/>
          </p:cNvSpPr>
          <p:nvPr/>
        </p:nvSpPr>
        <p:spPr>
          <a:xfrm>
            <a:off x="1200150" y="152400"/>
            <a:ext cx="7239000" cy="238125"/>
          </a:xfrm>
          <a:prstGeom prst="rect">
            <a:avLst/>
          </a:prstGeom>
          <a:noFill/>
          <a:ln w="0">
            <a:noFill/>
          </a:ln>
        </p:spPr>
        <p:txBody>
          <a:bodyPr wrap="square" lIns="0" tIns="0" rIns="0" bIns="0" anchor="ctr">
            <a:noAutofit/>
          </a:bodyPr>
          <a:lstStyle/>
          <a:p>
            <a:pPr algn="l">
              <a:buNone/>
            </a:pPr>
            <a:r>
              <a:rPr sz="1275" b="1">
                <a:solidFill>
                  <a:srgbClr val="0075C9"/>
                </a:solidFill>
                <a:latin typeface="Malgun Gothic"/>
                <a:ea typeface="Malgun Gothic"/>
                <a:cs typeface="Malgun Gothic"/>
              </a:rPr>
              <a:t>핵심 결과</a:t>
            </a:r>
          </a:p>
        </p:txBody>
      </p:sp>
      <p:sp>
        <p:nvSpPr>
          <p:cNvPr id="116" name="slide-title">
            <a:extLst>
              <a:ext uri="{FF2B5EF4-FFF2-40B4-BE49-F238E27FC236}">
                <a16:creationId xmlns:a16="http://schemas.microsoft.com/office/drawing/2014/main" id="{34A4E6DE-2A6C-47C8-9894-C5A513C41768}"/>
              </a:ext>
            </a:extLst>
          </p:cNvPr>
          <p:cNvSpPr>
            <a:spLocks noGrp="1"/>
          </p:cNvSpPr>
          <p:nvPr/>
        </p:nvSpPr>
        <p:spPr>
          <a:xfrm>
            <a:off x="1200150" y="400050"/>
            <a:ext cx="9144000" cy="457200"/>
          </a:xfrm>
          <a:prstGeom prst="rect">
            <a:avLst/>
          </a:prstGeom>
          <a:noFill/>
          <a:ln w="0">
            <a:noFill/>
          </a:ln>
        </p:spPr>
        <p:txBody>
          <a:bodyPr wrap="square" lIns="0" tIns="0" rIns="0" bIns="0" anchor="ctr">
            <a:noAutofit/>
          </a:bodyPr>
          <a:lstStyle/>
          <a:p>
            <a:pPr algn="l">
              <a:buNone/>
            </a:pPr>
            <a:r>
              <a:rPr sz="2325" b="1">
                <a:solidFill>
                  <a:srgbClr val="143F90"/>
                </a:solidFill>
                <a:latin typeface="Malgun Gothic"/>
                <a:ea typeface="Malgun Gothic"/>
                <a:cs typeface="Malgun Gothic"/>
              </a:rPr>
              <a:t>렌더링 경로와 병목 조건의 성능 차이</a:t>
            </a:r>
          </a:p>
        </p:txBody>
      </p:sp>
      <p:sp>
        <p:nvSpPr>
          <p:cNvPr id="118" name="header-blue-line">
            <a:extLst>
              <a:ext uri="{FF2B5EF4-FFF2-40B4-BE49-F238E27FC236}">
                <a16:creationId xmlns:a16="http://schemas.microsoft.com/office/drawing/2014/main" id="{0B3BE867-7F39-4F22-83E4-6BA3B9FDB922}"/>
              </a:ext>
            </a:extLst>
          </p:cNvPr>
          <p:cNvSpPr>
            <a:spLocks noGrp="1"/>
          </p:cNvSpPr>
          <p:nvPr/>
        </p:nvSpPr>
        <p:spPr>
          <a:xfrm>
            <a:off x="0" y="1000125"/>
            <a:ext cx="12192000" cy="57150"/>
          </a:xfrm>
          <a:prstGeom prst="rect">
            <a:avLst/>
          </a:prstGeom>
          <a:solidFill>
            <a:srgbClr val="0075C9"/>
          </a:solidFill>
          <a:ln w="0">
            <a:noFill/>
          </a:ln>
        </p:spPr>
        <p:txBody>
          <a:bodyPr/>
          <a:lstStyle/>
          <a:p>
            <a:endParaRPr/>
          </a:p>
        </p:txBody>
      </p:sp>
      <p:sp>
        <p:nvSpPr>
          <p:cNvPr id="119" name="header-green-line">
            <a:extLst>
              <a:ext uri="{FF2B5EF4-FFF2-40B4-BE49-F238E27FC236}">
                <a16:creationId xmlns:a16="http://schemas.microsoft.com/office/drawing/2014/main" id="{CC5D2C31-01F9-4ECB-A73E-1E0F5B16E49F}"/>
              </a:ext>
            </a:extLst>
          </p:cNvPr>
          <p:cNvSpPr>
            <a:spLocks noGrp="1"/>
          </p:cNvSpPr>
          <p:nvPr/>
        </p:nvSpPr>
        <p:spPr>
          <a:xfrm>
            <a:off x="0" y="1000125"/>
            <a:ext cx="2000250" cy="57150"/>
          </a:xfrm>
          <a:prstGeom prst="rect">
            <a:avLst/>
          </a:prstGeom>
          <a:solidFill>
            <a:srgbClr val="00A651"/>
          </a:solidFill>
          <a:ln w="0">
            <a:noFill/>
          </a:ln>
        </p:spPr>
        <p:txBody>
          <a:bodyPr/>
          <a:lstStyle/>
          <a:p>
            <a:endParaRPr/>
          </a:p>
        </p:txBody>
      </p:sp>
      <p:sp>
        <p:nvSpPr>
          <p:cNvPr id="3" name="page-number">
            <a:extLst>
              <a:ext uri="{FF2B5EF4-FFF2-40B4-BE49-F238E27FC236}">
                <a16:creationId xmlns:a16="http://schemas.microsoft.com/office/drawing/2014/main" id="{C9420DAC-2B1C-D2CF-E9C5-C666E340293B}"/>
              </a:ext>
            </a:extLst>
          </p:cNvPr>
          <p:cNvSpPr>
            <a:spLocks noGrp="1"/>
          </p:cNvSpPr>
          <p:nvPr/>
        </p:nvSpPr>
        <p:spPr>
          <a:xfrm>
            <a:off x="10915650" y="552450"/>
            <a:ext cx="1162050" cy="304800"/>
          </a:xfrm>
          <a:prstGeom prst="rect">
            <a:avLst/>
          </a:prstGeom>
          <a:noFill/>
          <a:ln w="0">
            <a:noFill/>
          </a:ln>
        </p:spPr>
        <p:txBody>
          <a:bodyPr wrap="square" lIns="0" tIns="0" rIns="0" bIns="0" anchor="ctr">
            <a:noAutofit/>
          </a:bodyPr>
          <a:lstStyle/>
          <a:p>
            <a:pPr algn="r">
              <a:buNone/>
            </a:pPr>
            <a:r>
              <a:rPr sz="1400" b="0">
                <a:solidFill>
                  <a:srgbClr val="657B8F"/>
                </a:solidFill>
                <a:latin typeface="Malgun Gothic"/>
                <a:ea typeface="Malgun Gothic"/>
                <a:cs typeface="Malgun Gothic"/>
              </a:rPr>
              <a:t>08 / 10</a:t>
            </a:r>
          </a:p>
        </p:txBody>
      </p:sp>
      <p:sp>
        <p:nvSpPr>
          <p:cNvPr id="120" name="result-card-1">
            <a:extLst>
              <a:ext uri="{FF2B5EF4-FFF2-40B4-BE49-F238E27FC236}">
                <a16:creationId xmlns:a16="http://schemas.microsoft.com/office/drawing/2014/main" id="{22AFCE4B-C994-4050-8D00-CA0A92793A4C}"/>
              </a:ext>
            </a:extLst>
          </p:cNvPr>
          <p:cNvSpPr>
            <a:spLocks noGrp="1"/>
          </p:cNvSpPr>
          <p:nvPr/>
        </p:nvSpPr>
        <p:spPr>
          <a:xfrm>
            <a:off x="457200" y="1314450"/>
            <a:ext cx="5505450" cy="5334000"/>
          </a:xfrm>
          <a:prstGeom prst="roundRect">
            <a:avLst>
              <a:gd name="adj" fmla="val 1429"/>
            </a:avLst>
          </a:prstGeom>
          <a:noFill/>
          <a:ln w="9525">
            <a:solidFill>
              <a:srgbClr val="C9D9E7"/>
            </a:solidFill>
          </a:ln>
        </p:spPr>
        <p:txBody>
          <a:bodyPr/>
          <a:lstStyle/>
          <a:p>
            <a:endParaRPr/>
          </a:p>
        </p:txBody>
      </p:sp>
      <p:sp>
        <p:nvSpPr>
          <p:cNvPr id="121" name="result-card-2">
            <a:extLst>
              <a:ext uri="{FF2B5EF4-FFF2-40B4-BE49-F238E27FC236}">
                <a16:creationId xmlns:a16="http://schemas.microsoft.com/office/drawing/2014/main" id="{325F30A3-0C1B-49E1-BCE0-6D5DEE77ED16}"/>
              </a:ext>
            </a:extLst>
          </p:cNvPr>
          <p:cNvSpPr>
            <a:spLocks noGrp="1"/>
          </p:cNvSpPr>
          <p:nvPr/>
        </p:nvSpPr>
        <p:spPr>
          <a:xfrm>
            <a:off x="6229350" y="1314450"/>
            <a:ext cx="5505450" cy="1524000"/>
          </a:xfrm>
          <a:prstGeom prst="roundRect">
            <a:avLst>
              <a:gd name="adj" fmla="val 5000"/>
            </a:avLst>
          </a:prstGeom>
          <a:noFill/>
          <a:ln w="9525">
            <a:solidFill>
              <a:srgbClr val="C9D9E7"/>
            </a:solidFill>
          </a:ln>
        </p:spPr>
        <p:txBody>
          <a:bodyPr/>
          <a:lstStyle/>
          <a:p>
            <a:endParaRPr/>
          </a:p>
        </p:txBody>
      </p:sp>
      <p:sp>
        <p:nvSpPr>
          <p:cNvPr id="122" name="result-card-3">
            <a:extLst>
              <a:ext uri="{FF2B5EF4-FFF2-40B4-BE49-F238E27FC236}">
                <a16:creationId xmlns:a16="http://schemas.microsoft.com/office/drawing/2014/main" id="{F1EA2C43-DAF8-4E25-AC5E-1FD1EEB5C0E1}"/>
              </a:ext>
            </a:extLst>
          </p:cNvPr>
          <p:cNvSpPr>
            <a:spLocks noGrp="1"/>
          </p:cNvSpPr>
          <p:nvPr/>
        </p:nvSpPr>
        <p:spPr>
          <a:xfrm>
            <a:off x="6229350" y="3028950"/>
            <a:ext cx="5505450" cy="3619500"/>
          </a:xfrm>
          <a:prstGeom prst="roundRect">
            <a:avLst>
              <a:gd name="adj" fmla="val 2105"/>
            </a:avLst>
          </a:prstGeom>
          <a:noFill/>
          <a:ln w="9525">
            <a:solidFill>
              <a:srgbClr val="C9D9E7"/>
            </a:solidFill>
          </a:ln>
        </p:spPr>
        <p:txBody>
          <a:bodyPr/>
          <a:lstStyle/>
          <a:p>
            <a:endParaRPr/>
          </a:p>
        </p:txBody>
      </p:sp>
      <p:sp>
        <p:nvSpPr>
          <p:cNvPr id="123" name="result-1-title">
            <a:extLst>
              <a:ext uri="{FF2B5EF4-FFF2-40B4-BE49-F238E27FC236}">
                <a16:creationId xmlns:a16="http://schemas.microsoft.com/office/drawing/2014/main" id="{A6A07A46-FEEE-47BE-B70F-926313976E93}"/>
              </a:ext>
            </a:extLst>
          </p:cNvPr>
          <p:cNvSpPr>
            <a:spLocks noGrp="1"/>
          </p:cNvSpPr>
          <p:nvPr/>
        </p:nvSpPr>
        <p:spPr>
          <a:xfrm>
            <a:off x="685800" y="1457325"/>
            <a:ext cx="4857750" cy="361950"/>
          </a:xfrm>
          <a:prstGeom prst="rect">
            <a:avLst/>
          </a:prstGeom>
          <a:noFill/>
          <a:ln w="0">
            <a:noFill/>
          </a:ln>
        </p:spPr>
        <p:txBody>
          <a:bodyPr wrap="square" lIns="0" tIns="0" rIns="0" bIns="0" anchor="ctr">
            <a:noAutofit/>
          </a:bodyPr>
          <a:lstStyle/>
          <a:p>
            <a:pPr algn="l">
              <a:buNone/>
            </a:pPr>
            <a:r>
              <a:rPr sz="1650" b="1">
                <a:solidFill>
                  <a:srgbClr val="143F90"/>
                </a:solidFill>
                <a:latin typeface="Malgun Gothic"/>
                <a:ea typeface="Malgun Gothic"/>
                <a:cs typeface="Malgun Gothic"/>
              </a:rPr>
              <a:t>① 렌더링 경로 차이</a:t>
            </a:r>
          </a:p>
        </p:txBody>
      </p:sp>
      <p:sp>
        <p:nvSpPr>
          <p:cNvPr id="124" name="result-1-condition">
            <a:extLst>
              <a:ext uri="{FF2B5EF4-FFF2-40B4-BE49-F238E27FC236}">
                <a16:creationId xmlns:a16="http://schemas.microsoft.com/office/drawing/2014/main" id="{AA30DEA8-7432-4C80-9981-C1B74E215394}"/>
              </a:ext>
            </a:extLst>
          </p:cNvPr>
          <p:cNvSpPr>
            <a:spLocks noGrp="1"/>
          </p:cNvSpPr>
          <p:nvPr/>
        </p:nvSpPr>
        <p:spPr>
          <a:xfrm>
            <a:off x="692916" y="1789402"/>
            <a:ext cx="2841048" cy="219075"/>
          </a:xfrm>
          <a:prstGeom prst="rect">
            <a:avLst/>
          </a:prstGeom>
          <a:noFill/>
          <a:ln w="0">
            <a:noFill/>
          </a:ln>
        </p:spPr>
        <p:txBody>
          <a:bodyPr wrap="square" lIns="0" tIns="0" rIns="0" bIns="0" anchor="ctr">
            <a:noAutofit/>
          </a:bodyPr>
          <a:lstStyle/>
          <a:p>
            <a:pPr>
              <a:buNone/>
            </a:pPr>
            <a:r>
              <a:rPr sz="1200" b="1" dirty="0">
                <a:solidFill>
                  <a:srgbClr val="657B8F"/>
                </a:solidFill>
                <a:latin typeface="Malgun Gothic"/>
                <a:ea typeface="Malgun Gothic"/>
                <a:cs typeface="Malgun Gothic"/>
              </a:rPr>
              <a:t>L = 16  ·</a:t>
            </a:r>
            <a:r>
              <a:rPr lang="en-US" sz="1200" b="1" dirty="0">
                <a:solidFill>
                  <a:srgbClr val="657B8F"/>
                </a:solidFill>
                <a:latin typeface="Malgun Gothic"/>
                <a:ea typeface="Malgun Gothic"/>
                <a:cs typeface="Malgun Gothic"/>
              </a:rPr>
              <a:t> Rendering-limited</a:t>
            </a:r>
            <a:endParaRPr sz="1200" b="1" dirty="0">
              <a:solidFill>
                <a:srgbClr val="657B8F"/>
              </a:solidFill>
              <a:latin typeface="Malgun Gothic"/>
              <a:ea typeface="Malgun Gothic"/>
              <a:cs typeface="Malgun Gothic"/>
            </a:endParaRPr>
          </a:p>
        </p:txBody>
      </p:sp>
      <p:sp>
        <p:nvSpPr>
          <p:cNvPr id="126" name="result-1-metric">
            <a:extLst>
              <a:ext uri="{FF2B5EF4-FFF2-40B4-BE49-F238E27FC236}">
                <a16:creationId xmlns:a16="http://schemas.microsoft.com/office/drawing/2014/main" id="{259146B8-33D9-4665-94D7-F076CBE07AC1}"/>
              </a:ext>
            </a:extLst>
          </p:cNvPr>
          <p:cNvSpPr>
            <a:spLocks noGrp="1"/>
          </p:cNvSpPr>
          <p:nvPr/>
        </p:nvSpPr>
        <p:spPr>
          <a:xfrm>
            <a:off x="3765716" y="5393099"/>
            <a:ext cx="1729273" cy="419100"/>
          </a:xfrm>
          <a:prstGeom prst="rect">
            <a:avLst/>
          </a:prstGeom>
          <a:noFill/>
          <a:ln w="0">
            <a:noFill/>
          </a:ln>
        </p:spPr>
        <p:txBody>
          <a:bodyPr wrap="square" lIns="0" tIns="0" rIns="0" bIns="0" anchor="ctr">
            <a:noAutofit/>
          </a:bodyPr>
          <a:lstStyle/>
          <a:p>
            <a:pPr algn="r">
              <a:buNone/>
            </a:pPr>
            <a:r>
              <a:rPr sz="2000" b="1" dirty="0">
                <a:solidFill>
                  <a:srgbClr val="0070C0"/>
                </a:solidFill>
                <a:latin typeface="Malgun Gothic"/>
                <a:ea typeface="Malgun Gothic"/>
                <a:cs typeface="Malgun Gothic"/>
              </a:rPr>
              <a:t>+6.3~8.5%</a:t>
            </a:r>
          </a:p>
        </p:txBody>
      </p:sp>
      <p:sp>
        <p:nvSpPr>
          <p:cNvPr id="127" name="result-1-detail">
            <a:extLst>
              <a:ext uri="{FF2B5EF4-FFF2-40B4-BE49-F238E27FC236}">
                <a16:creationId xmlns:a16="http://schemas.microsoft.com/office/drawing/2014/main" id="{CCCC3F81-47E5-4C47-8736-9C4CEBA84A3E}"/>
              </a:ext>
            </a:extLst>
          </p:cNvPr>
          <p:cNvSpPr>
            <a:spLocks noGrp="1"/>
          </p:cNvSpPr>
          <p:nvPr/>
        </p:nvSpPr>
        <p:spPr>
          <a:xfrm>
            <a:off x="783836" y="5400675"/>
            <a:ext cx="2750128" cy="419100"/>
          </a:xfrm>
          <a:prstGeom prst="rect">
            <a:avLst/>
          </a:prstGeom>
          <a:noFill/>
          <a:ln w="0">
            <a:noFill/>
          </a:ln>
        </p:spPr>
        <p:txBody>
          <a:bodyPr wrap="square" lIns="0" tIns="0" rIns="0" bIns="0" anchor="ctr">
            <a:noAutofit/>
          </a:bodyPr>
          <a:lstStyle/>
          <a:p>
            <a:pPr algn="l">
              <a:buNone/>
            </a:pPr>
            <a:r>
              <a:rPr sz="1400" b="1" dirty="0">
                <a:solidFill>
                  <a:srgbClr val="1D3550"/>
                </a:solidFill>
                <a:latin typeface="Malgun Gothic"/>
                <a:ea typeface="Malgun Gothic"/>
                <a:cs typeface="Malgun Gothic"/>
              </a:rPr>
              <a:t>BRG</a:t>
            </a:r>
            <a:r>
              <a:rPr sz="1275" b="0" dirty="0">
                <a:solidFill>
                  <a:srgbClr val="1D3550"/>
                </a:solidFill>
                <a:latin typeface="Malgun Gothic"/>
                <a:ea typeface="Malgun Gothic"/>
                <a:cs typeface="Malgun Gothic"/>
              </a:rPr>
              <a:t> </a:t>
            </a:r>
            <a:r>
              <a:rPr sz="1275" b="0" dirty="0" err="1">
                <a:solidFill>
                  <a:srgbClr val="1D3550"/>
                </a:solidFill>
                <a:latin typeface="Malgun Gothic"/>
                <a:ea typeface="Malgun Gothic"/>
                <a:cs typeface="Malgun Gothic"/>
              </a:rPr>
              <a:t>평균</a:t>
            </a:r>
            <a:r>
              <a:rPr sz="1275" b="0" dirty="0">
                <a:solidFill>
                  <a:srgbClr val="1D3550"/>
                </a:solidFill>
                <a:latin typeface="Malgun Gothic"/>
                <a:ea typeface="Malgun Gothic"/>
                <a:cs typeface="Malgun Gothic"/>
              </a:rPr>
              <a:t> </a:t>
            </a:r>
            <a:r>
              <a:rPr sz="1275" b="0" dirty="0" err="1">
                <a:solidFill>
                  <a:srgbClr val="1D3550"/>
                </a:solidFill>
                <a:latin typeface="Malgun Gothic"/>
                <a:ea typeface="Malgun Gothic"/>
                <a:cs typeface="Malgun Gothic"/>
              </a:rPr>
              <a:t>프레임</a:t>
            </a:r>
            <a:r>
              <a:rPr sz="1275" b="0" dirty="0">
                <a:solidFill>
                  <a:srgbClr val="1D3550"/>
                </a:solidFill>
                <a:latin typeface="Malgun Gothic"/>
                <a:ea typeface="Malgun Gothic"/>
                <a:cs typeface="Malgun Gothic"/>
              </a:rPr>
              <a:t> </a:t>
            </a:r>
            <a:r>
              <a:rPr sz="1275" b="0" dirty="0" err="1">
                <a:solidFill>
                  <a:srgbClr val="1D3550"/>
                </a:solidFill>
                <a:latin typeface="Malgun Gothic"/>
                <a:ea typeface="Malgun Gothic"/>
                <a:cs typeface="Malgun Gothic"/>
              </a:rPr>
              <a:t>시간</a:t>
            </a:r>
            <a:r>
              <a:rPr sz="1275" b="0" dirty="0">
                <a:solidFill>
                  <a:srgbClr val="1D3550"/>
                </a:solidFill>
                <a:latin typeface="Malgun Gothic"/>
                <a:ea typeface="Malgun Gothic"/>
                <a:cs typeface="Malgun Gothic"/>
              </a:rPr>
              <a:t> </a:t>
            </a:r>
            <a:r>
              <a:rPr lang="en-US" sz="1275" b="0" dirty="0">
                <a:solidFill>
                  <a:srgbClr val="1D3550"/>
                </a:solidFill>
                <a:latin typeface="Malgun Gothic"/>
                <a:ea typeface="Malgun Gothic"/>
                <a:cs typeface="Malgun Gothic"/>
              </a:rPr>
              <a:t>(vs</a:t>
            </a:r>
            <a:r>
              <a:rPr lang="ko-KR" altLang="en-US" sz="1275" dirty="0">
                <a:solidFill>
                  <a:srgbClr val="1D3550"/>
                </a:solidFill>
                <a:latin typeface="Malgun Gothic"/>
                <a:ea typeface="Malgun Gothic"/>
                <a:cs typeface="Malgun Gothic"/>
              </a:rPr>
              <a:t> </a:t>
            </a:r>
            <a:r>
              <a:rPr lang="en-US" altLang="ko-KR" sz="1275" dirty="0">
                <a:solidFill>
                  <a:srgbClr val="1D3550"/>
                </a:solidFill>
                <a:latin typeface="Malgun Gothic"/>
                <a:ea typeface="Malgun Gothic"/>
                <a:cs typeface="Malgun Gothic"/>
              </a:rPr>
              <a:t>RMI)</a:t>
            </a:r>
            <a:endParaRPr sz="1275" b="0" dirty="0">
              <a:solidFill>
                <a:srgbClr val="1D3550"/>
              </a:solidFill>
              <a:latin typeface="Malgun Gothic"/>
              <a:ea typeface="Malgun Gothic"/>
              <a:cs typeface="Malgun Gothic"/>
            </a:endParaRPr>
          </a:p>
        </p:txBody>
      </p:sp>
      <p:sp>
        <p:nvSpPr>
          <p:cNvPr id="129" name="result-2-title">
            <a:extLst>
              <a:ext uri="{FF2B5EF4-FFF2-40B4-BE49-F238E27FC236}">
                <a16:creationId xmlns:a16="http://schemas.microsoft.com/office/drawing/2014/main" id="{C5BF5539-D81E-420F-9BC0-B3DB334FF143}"/>
              </a:ext>
            </a:extLst>
          </p:cNvPr>
          <p:cNvSpPr>
            <a:spLocks noGrp="1"/>
          </p:cNvSpPr>
          <p:nvPr/>
        </p:nvSpPr>
        <p:spPr>
          <a:xfrm>
            <a:off x="6457950" y="1438275"/>
            <a:ext cx="4762500" cy="304800"/>
          </a:xfrm>
          <a:prstGeom prst="rect">
            <a:avLst/>
          </a:prstGeom>
          <a:noFill/>
          <a:ln w="0">
            <a:noFill/>
          </a:ln>
        </p:spPr>
        <p:txBody>
          <a:bodyPr wrap="square" lIns="0" tIns="0" rIns="0" bIns="0" anchor="ctr">
            <a:noAutofit/>
          </a:bodyPr>
          <a:lstStyle/>
          <a:p>
            <a:pPr algn="l">
              <a:buNone/>
            </a:pPr>
            <a:r>
              <a:rPr sz="1575" b="1" dirty="0">
                <a:solidFill>
                  <a:srgbClr val="143F90"/>
                </a:solidFill>
                <a:latin typeface="Malgun Gothic"/>
                <a:ea typeface="Malgun Gothic"/>
                <a:cs typeface="Malgun Gothic"/>
              </a:rPr>
              <a:t>② </a:t>
            </a:r>
            <a:r>
              <a:rPr sz="1575" b="1" dirty="0" err="1">
                <a:solidFill>
                  <a:srgbClr val="143F90"/>
                </a:solidFill>
                <a:latin typeface="Malgun Gothic"/>
                <a:ea typeface="Malgun Gothic"/>
                <a:cs typeface="Malgun Gothic"/>
              </a:rPr>
              <a:t>제출</a:t>
            </a:r>
            <a:r>
              <a:rPr sz="1575" b="1" dirty="0">
                <a:solidFill>
                  <a:srgbClr val="143F90"/>
                </a:solidFill>
                <a:latin typeface="Malgun Gothic"/>
                <a:ea typeface="Malgun Gothic"/>
                <a:cs typeface="Malgun Gothic"/>
              </a:rPr>
              <a:t> </a:t>
            </a:r>
            <a:r>
              <a:rPr sz="1575" b="1" dirty="0" err="1">
                <a:solidFill>
                  <a:srgbClr val="143F90"/>
                </a:solidFill>
                <a:latin typeface="Malgun Gothic"/>
                <a:ea typeface="Malgun Gothic"/>
                <a:cs typeface="Malgun Gothic"/>
              </a:rPr>
              <a:t>구조</a:t>
            </a:r>
            <a:r>
              <a:rPr sz="1575" b="1" dirty="0">
                <a:solidFill>
                  <a:srgbClr val="143F90"/>
                </a:solidFill>
                <a:latin typeface="Malgun Gothic"/>
                <a:ea typeface="Malgun Gothic"/>
                <a:cs typeface="Malgun Gothic"/>
              </a:rPr>
              <a:t> </a:t>
            </a:r>
            <a:r>
              <a:rPr sz="1575" b="1" dirty="0" err="1">
                <a:solidFill>
                  <a:srgbClr val="143F90"/>
                </a:solidFill>
                <a:latin typeface="Malgun Gothic"/>
                <a:ea typeface="Malgun Gothic"/>
                <a:cs typeface="Malgun Gothic"/>
              </a:rPr>
              <a:t>차이</a:t>
            </a:r>
            <a:endParaRPr sz="1575" b="1" dirty="0">
              <a:solidFill>
                <a:srgbClr val="143F90"/>
              </a:solidFill>
              <a:latin typeface="Malgun Gothic"/>
              <a:ea typeface="Malgun Gothic"/>
              <a:cs typeface="Malgun Gothic"/>
            </a:endParaRPr>
          </a:p>
        </p:txBody>
      </p:sp>
      <p:sp>
        <p:nvSpPr>
          <p:cNvPr id="130" name="result-2-summary-panel">
            <a:extLst>
              <a:ext uri="{FF2B5EF4-FFF2-40B4-BE49-F238E27FC236}">
                <a16:creationId xmlns:a16="http://schemas.microsoft.com/office/drawing/2014/main" id="{1697F6E3-8D97-43D6-991C-B09F346517CC}"/>
              </a:ext>
            </a:extLst>
          </p:cNvPr>
          <p:cNvSpPr>
            <a:spLocks noGrp="1"/>
          </p:cNvSpPr>
          <p:nvPr/>
        </p:nvSpPr>
        <p:spPr>
          <a:xfrm>
            <a:off x="6448425" y="2017568"/>
            <a:ext cx="5048250" cy="742950"/>
          </a:xfrm>
          <a:prstGeom prst="roundRect">
            <a:avLst>
              <a:gd name="adj" fmla="val 10256"/>
            </a:avLst>
          </a:prstGeom>
          <a:solidFill>
            <a:srgbClr val="EAF3FB"/>
          </a:solidFill>
          <a:ln w="0">
            <a:solidFill>
              <a:schemeClr val="bg2">
                <a:lumMod val="90000"/>
              </a:schemeClr>
            </a:solidFill>
          </a:ln>
        </p:spPr>
        <p:txBody>
          <a:bodyPr/>
          <a:lstStyle/>
          <a:p>
            <a:endParaRPr dirty="0"/>
          </a:p>
        </p:txBody>
      </p:sp>
      <p:sp>
        <p:nvSpPr>
          <p:cNvPr id="132" name="result-2-key">
            <a:extLst>
              <a:ext uri="{FF2B5EF4-FFF2-40B4-BE49-F238E27FC236}">
                <a16:creationId xmlns:a16="http://schemas.microsoft.com/office/drawing/2014/main" id="{4122495A-045E-40AB-BF53-C82E72A3E839}"/>
              </a:ext>
            </a:extLst>
          </p:cNvPr>
          <p:cNvSpPr>
            <a:spLocks noGrp="1"/>
          </p:cNvSpPr>
          <p:nvPr/>
        </p:nvSpPr>
        <p:spPr>
          <a:xfrm>
            <a:off x="6805613" y="2261321"/>
            <a:ext cx="1402773" cy="228600"/>
          </a:xfrm>
          <a:prstGeom prst="rect">
            <a:avLst/>
          </a:prstGeom>
          <a:noFill/>
          <a:ln w="0">
            <a:noFill/>
          </a:ln>
        </p:spPr>
        <p:txBody>
          <a:bodyPr wrap="square" lIns="0" tIns="0" rIns="0" bIns="0" anchor="ctr">
            <a:noAutofit/>
          </a:bodyPr>
          <a:lstStyle/>
          <a:p>
            <a:pPr algn="ctr">
              <a:buNone/>
            </a:pPr>
            <a:r>
              <a:rPr sz="1500" b="1" dirty="0" err="1">
                <a:solidFill>
                  <a:srgbClr val="1D3550"/>
                </a:solidFill>
                <a:latin typeface="Malgun Gothic"/>
                <a:ea typeface="Malgun Gothic"/>
                <a:cs typeface="Malgun Gothic"/>
              </a:rPr>
              <a:t>통합</a:t>
            </a:r>
            <a:r>
              <a:rPr sz="1500" b="1" dirty="0">
                <a:solidFill>
                  <a:srgbClr val="1D3550"/>
                </a:solidFill>
                <a:latin typeface="Malgun Gothic"/>
                <a:ea typeface="Malgun Gothic"/>
                <a:cs typeface="Malgun Gothic"/>
              </a:rPr>
              <a:t> ↔ 4분할</a:t>
            </a:r>
          </a:p>
        </p:txBody>
      </p:sp>
      <p:sp>
        <p:nvSpPr>
          <p:cNvPr id="133" name="result-2-detail">
            <a:extLst>
              <a:ext uri="{FF2B5EF4-FFF2-40B4-BE49-F238E27FC236}">
                <a16:creationId xmlns:a16="http://schemas.microsoft.com/office/drawing/2014/main" id="{0B649BB7-C61B-428D-98E1-BE1627272C2B}"/>
              </a:ext>
            </a:extLst>
          </p:cNvPr>
          <p:cNvSpPr>
            <a:spLocks noGrp="1"/>
          </p:cNvSpPr>
          <p:nvPr/>
        </p:nvSpPr>
        <p:spPr>
          <a:xfrm>
            <a:off x="8738755" y="2148754"/>
            <a:ext cx="2387311" cy="398318"/>
          </a:xfrm>
          <a:prstGeom prst="rect">
            <a:avLst/>
          </a:prstGeom>
          <a:noFill/>
          <a:ln w="0">
            <a:noFill/>
          </a:ln>
        </p:spPr>
        <p:txBody>
          <a:bodyPr wrap="square" lIns="0" tIns="0" rIns="0" bIns="0" anchor="ctr">
            <a:noAutofit/>
          </a:bodyPr>
          <a:lstStyle/>
          <a:p>
            <a:pPr marL="171450" indent="-171450">
              <a:lnSpc>
                <a:spcPct val="150000"/>
              </a:lnSpc>
              <a:buFont typeface="Arial" panose="020B0604020202020204" pitchFamily="34" charset="0"/>
              <a:buChar char="•"/>
            </a:pPr>
            <a:r>
              <a:rPr sz="1050" b="0" dirty="0" err="1">
                <a:solidFill>
                  <a:srgbClr val="1D3550"/>
                </a:solidFill>
                <a:latin typeface="Malgun Gothic"/>
                <a:ea typeface="Malgun Gothic"/>
                <a:cs typeface="Malgun Gothic"/>
              </a:rPr>
              <a:t>평균</a:t>
            </a:r>
            <a:r>
              <a:rPr sz="1050" b="0" dirty="0">
                <a:solidFill>
                  <a:srgbClr val="1D3550"/>
                </a:solidFill>
                <a:latin typeface="Malgun Gothic"/>
                <a:ea typeface="Malgun Gothic"/>
                <a:cs typeface="Malgun Gothic"/>
              </a:rPr>
              <a:t> </a:t>
            </a:r>
            <a:r>
              <a:rPr sz="1050" b="0" dirty="0" err="1">
                <a:solidFill>
                  <a:srgbClr val="1D3550"/>
                </a:solidFill>
                <a:latin typeface="Malgun Gothic"/>
                <a:ea typeface="Malgun Gothic"/>
                <a:cs typeface="Malgun Gothic"/>
              </a:rPr>
              <a:t>프레임</a:t>
            </a:r>
            <a:r>
              <a:rPr sz="1050" b="0" dirty="0">
                <a:solidFill>
                  <a:srgbClr val="1D3550"/>
                </a:solidFill>
                <a:latin typeface="Malgun Gothic"/>
                <a:ea typeface="Malgun Gothic"/>
                <a:cs typeface="Malgun Gothic"/>
              </a:rPr>
              <a:t> </a:t>
            </a:r>
            <a:r>
              <a:rPr sz="1050" b="0" dirty="0" err="1">
                <a:solidFill>
                  <a:srgbClr val="1D3550"/>
                </a:solidFill>
                <a:latin typeface="Malgun Gothic"/>
                <a:ea typeface="Malgun Gothic"/>
                <a:cs typeface="Malgun Gothic"/>
              </a:rPr>
              <a:t>시간</a:t>
            </a:r>
            <a:r>
              <a:rPr sz="1050" b="0" dirty="0">
                <a:solidFill>
                  <a:srgbClr val="1D3550"/>
                </a:solidFill>
                <a:latin typeface="Malgun Gothic"/>
                <a:ea typeface="Malgun Gothic"/>
                <a:cs typeface="Malgun Gothic"/>
              </a:rPr>
              <a:t> </a:t>
            </a:r>
            <a:r>
              <a:rPr sz="1050" b="0" dirty="0" err="1">
                <a:solidFill>
                  <a:srgbClr val="1D3550"/>
                </a:solidFill>
                <a:latin typeface="Malgun Gothic"/>
                <a:ea typeface="Malgun Gothic"/>
                <a:cs typeface="Malgun Gothic"/>
              </a:rPr>
              <a:t>차이</a:t>
            </a:r>
            <a:r>
              <a:rPr sz="1050" b="0" dirty="0">
                <a:solidFill>
                  <a:srgbClr val="1D3550"/>
                </a:solidFill>
                <a:latin typeface="Malgun Gothic"/>
                <a:ea typeface="Malgun Gothic"/>
                <a:cs typeface="Malgun Gothic"/>
              </a:rPr>
              <a:t> ≤ 0.5% </a:t>
            </a:r>
            <a:endParaRPr lang="en-US" sz="1050" b="0" dirty="0">
              <a:solidFill>
                <a:srgbClr val="1D3550"/>
              </a:solidFill>
              <a:latin typeface="Malgun Gothic"/>
              <a:ea typeface="Malgun Gothic"/>
              <a:cs typeface="Malgun Gothic"/>
            </a:endParaRPr>
          </a:p>
          <a:p>
            <a:pPr marL="171450" indent="-171450">
              <a:lnSpc>
                <a:spcPct val="150000"/>
              </a:lnSpc>
              <a:buFont typeface="Arial" panose="020B0604020202020204" pitchFamily="34" charset="0"/>
              <a:buChar char="•"/>
            </a:pPr>
            <a:r>
              <a:rPr sz="1050" b="1" dirty="0" err="1">
                <a:solidFill>
                  <a:srgbClr val="1D3550"/>
                </a:solidFill>
                <a:latin typeface="Malgun Gothic"/>
                <a:ea typeface="Malgun Gothic"/>
                <a:cs typeface="Malgun Gothic"/>
              </a:rPr>
              <a:t>일관된</a:t>
            </a:r>
            <a:r>
              <a:rPr sz="1050" b="1" dirty="0">
                <a:solidFill>
                  <a:srgbClr val="1D3550"/>
                </a:solidFill>
                <a:latin typeface="Malgun Gothic"/>
                <a:ea typeface="Malgun Gothic"/>
                <a:cs typeface="Malgun Gothic"/>
              </a:rPr>
              <a:t> </a:t>
            </a:r>
            <a:r>
              <a:rPr sz="1050" b="1" dirty="0" err="1">
                <a:solidFill>
                  <a:srgbClr val="1D3550"/>
                </a:solidFill>
                <a:latin typeface="Malgun Gothic"/>
                <a:ea typeface="Malgun Gothic"/>
                <a:cs typeface="Malgun Gothic"/>
              </a:rPr>
              <a:t>우세</a:t>
            </a:r>
            <a:r>
              <a:rPr sz="1050" b="1" dirty="0">
                <a:solidFill>
                  <a:srgbClr val="1D3550"/>
                </a:solidFill>
                <a:latin typeface="Malgun Gothic"/>
                <a:ea typeface="Malgun Gothic"/>
                <a:cs typeface="Malgun Gothic"/>
              </a:rPr>
              <a:t> </a:t>
            </a:r>
            <a:r>
              <a:rPr sz="1050" b="1" dirty="0" err="1">
                <a:solidFill>
                  <a:srgbClr val="1D3550"/>
                </a:solidFill>
                <a:latin typeface="Malgun Gothic"/>
                <a:ea typeface="Malgun Gothic"/>
                <a:cs typeface="Malgun Gothic"/>
              </a:rPr>
              <a:t>없음</a:t>
            </a:r>
            <a:endParaRPr sz="1050" b="1" dirty="0">
              <a:solidFill>
                <a:srgbClr val="1D3550"/>
              </a:solidFill>
              <a:latin typeface="Malgun Gothic"/>
              <a:ea typeface="Malgun Gothic"/>
              <a:cs typeface="Malgun Gothic"/>
            </a:endParaRPr>
          </a:p>
        </p:txBody>
      </p:sp>
      <p:sp>
        <p:nvSpPr>
          <p:cNvPr id="134" name="result-3-title">
            <a:extLst>
              <a:ext uri="{FF2B5EF4-FFF2-40B4-BE49-F238E27FC236}">
                <a16:creationId xmlns:a16="http://schemas.microsoft.com/office/drawing/2014/main" id="{730B7716-49D9-4EBF-997B-5D425ED9F33F}"/>
              </a:ext>
            </a:extLst>
          </p:cNvPr>
          <p:cNvSpPr>
            <a:spLocks noGrp="1"/>
          </p:cNvSpPr>
          <p:nvPr/>
        </p:nvSpPr>
        <p:spPr>
          <a:xfrm>
            <a:off x="6457950" y="3171825"/>
            <a:ext cx="4857750" cy="323850"/>
          </a:xfrm>
          <a:prstGeom prst="rect">
            <a:avLst/>
          </a:prstGeom>
          <a:noFill/>
          <a:ln w="0">
            <a:noFill/>
          </a:ln>
        </p:spPr>
        <p:txBody>
          <a:bodyPr wrap="square" lIns="0" tIns="0" rIns="0" bIns="0" anchor="ctr">
            <a:noAutofit/>
          </a:bodyPr>
          <a:lstStyle/>
          <a:p>
            <a:pPr algn="l">
              <a:buNone/>
            </a:pPr>
            <a:r>
              <a:rPr sz="1575" b="1">
                <a:solidFill>
                  <a:srgbClr val="143F90"/>
                </a:solidFill>
                <a:latin typeface="Malgun Gothic"/>
                <a:ea typeface="Malgun Gothic"/>
                <a:cs typeface="Malgun Gothic"/>
              </a:rPr>
              <a:t>③ 부하 조건에 따른 병목 변화</a:t>
            </a:r>
          </a:p>
        </p:txBody>
      </p:sp>
      <p:sp>
        <p:nvSpPr>
          <p:cNvPr id="135" name="result-3-subtitle">
            <a:extLst>
              <a:ext uri="{FF2B5EF4-FFF2-40B4-BE49-F238E27FC236}">
                <a16:creationId xmlns:a16="http://schemas.microsoft.com/office/drawing/2014/main" id="{ACD072F6-1B52-44B6-98FD-C83E551D0612}"/>
              </a:ext>
            </a:extLst>
          </p:cNvPr>
          <p:cNvSpPr>
            <a:spLocks noGrp="1"/>
          </p:cNvSpPr>
          <p:nvPr/>
        </p:nvSpPr>
        <p:spPr>
          <a:xfrm>
            <a:off x="6457950" y="3533775"/>
            <a:ext cx="4857750" cy="228600"/>
          </a:xfrm>
          <a:prstGeom prst="rect">
            <a:avLst/>
          </a:prstGeom>
          <a:noFill/>
          <a:ln w="0">
            <a:noFill/>
          </a:ln>
        </p:spPr>
        <p:txBody>
          <a:bodyPr wrap="square" lIns="0" tIns="0" rIns="0" bIns="0" anchor="ctr">
            <a:noAutofit/>
          </a:bodyPr>
          <a:lstStyle/>
          <a:p>
            <a:r>
              <a:rPr lang="en-US" sz="1200" b="1" dirty="0">
                <a:solidFill>
                  <a:srgbClr val="657B8F"/>
                </a:solidFill>
                <a:latin typeface="Malgun Gothic"/>
                <a:ea typeface="Malgun Gothic"/>
                <a:cs typeface="Malgun Gothic"/>
              </a:rPr>
              <a:t>E1 * N =16k (RMI x </a:t>
            </a:r>
            <a:r>
              <a:rPr lang="ko-KR" altLang="en-US" sz="1200" b="1" dirty="0">
                <a:solidFill>
                  <a:srgbClr val="657B8F"/>
                </a:solidFill>
                <a:latin typeface="Malgun Gothic"/>
                <a:ea typeface="Malgun Gothic"/>
                <a:cs typeface="Malgun Gothic"/>
              </a:rPr>
              <a:t>통합</a:t>
            </a:r>
            <a:r>
              <a:rPr lang="en-US" altLang="ko-KR" sz="1200" b="1" dirty="0">
                <a:solidFill>
                  <a:srgbClr val="657B8F"/>
                </a:solidFill>
                <a:latin typeface="Malgun Gothic"/>
                <a:ea typeface="Malgun Gothic"/>
                <a:cs typeface="Malgun Gothic"/>
              </a:rPr>
              <a:t>)</a:t>
            </a:r>
            <a:endParaRPr sz="1200" b="1" dirty="0">
              <a:solidFill>
                <a:srgbClr val="657B8F"/>
              </a:solidFill>
              <a:latin typeface="Malgun Gothic"/>
              <a:ea typeface="Malgun Gothic"/>
              <a:cs typeface="Malgun Gothic"/>
            </a:endParaRPr>
          </a:p>
        </p:txBody>
      </p:sp>
      <p:sp>
        <p:nvSpPr>
          <p:cNvPr id="137" name="result-3-conclusion">
            <a:extLst>
              <a:ext uri="{FF2B5EF4-FFF2-40B4-BE49-F238E27FC236}">
                <a16:creationId xmlns:a16="http://schemas.microsoft.com/office/drawing/2014/main" id="{B7D552CA-3702-4B8C-9DE6-BB2C949EDDC8}"/>
              </a:ext>
            </a:extLst>
          </p:cNvPr>
          <p:cNvSpPr>
            <a:spLocks noGrp="1"/>
          </p:cNvSpPr>
          <p:nvPr/>
        </p:nvSpPr>
        <p:spPr>
          <a:xfrm>
            <a:off x="6448425" y="3743325"/>
            <a:ext cx="2841048" cy="209550"/>
          </a:xfrm>
          <a:prstGeom prst="rect">
            <a:avLst/>
          </a:prstGeom>
          <a:noFill/>
          <a:ln w="0">
            <a:noFill/>
          </a:ln>
        </p:spPr>
        <p:txBody>
          <a:bodyPr wrap="square" lIns="0" tIns="0" rIns="0" bIns="0" anchor="ctr">
            <a:noAutofit/>
          </a:bodyPr>
          <a:lstStyle/>
          <a:p>
            <a:pPr algn="l">
              <a:buNone/>
            </a:pPr>
            <a:r>
              <a:rPr sz="1275" b="1" dirty="0">
                <a:solidFill>
                  <a:srgbClr val="657B8F"/>
                </a:solidFill>
                <a:latin typeface="Malgun Gothic"/>
                <a:ea typeface="Malgun Gothic"/>
                <a:cs typeface="Malgun Gothic"/>
              </a:rPr>
              <a:t>N = 16K, L ≤ 8 :</a:t>
            </a:r>
            <a:r>
              <a:rPr lang="en-US" sz="1275" b="1" dirty="0">
                <a:solidFill>
                  <a:srgbClr val="657B8F"/>
                </a:solidFill>
                <a:latin typeface="Malgun Gothic"/>
                <a:ea typeface="Malgun Gothic"/>
                <a:cs typeface="Malgun Gothic"/>
              </a:rPr>
              <a:t> Simulation-limited</a:t>
            </a:r>
            <a:endParaRPr sz="1275" b="1" dirty="0">
              <a:solidFill>
                <a:srgbClr val="657B8F"/>
              </a:solidFill>
              <a:latin typeface="Malgun Gothic"/>
              <a:ea typeface="Malgun Gothic"/>
              <a:cs typeface="Malgun Gothic"/>
            </a:endParaRPr>
          </a:p>
        </p:txBody>
      </p:sp>
      <p:pic>
        <p:nvPicPr>
          <p:cNvPr id="166" name="그림 165"/>
          <p:cNvPicPr>
            <a:picLocks noChangeAspect="1"/>
          </p:cNvPicPr>
          <p:nvPr/>
        </p:nvPicPr>
        <p:blipFill>
          <a:blip r:embed="rId3"/>
          <a:stretch/>
        </p:blipFill>
        <p:spPr>
          <a:xfrm>
            <a:off x="658091" y="2148754"/>
            <a:ext cx="5040942" cy="2533650"/>
          </a:xfrm>
          <a:prstGeom prst="rect">
            <a:avLst/>
          </a:prstGeom>
        </p:spPr>
      </p:pic>
      <p:pic>
        <p:nvPicPr>
          <p:cNvPr id="167" name="그림 166"/>
          <p:cNvPicPr>
            <a:picLocks noChangeAspect="1"/>
          </p:cNvPicPr>
          <p:nvPr/>
        </p:nvPicPr>
        <p:blipFill>
          <a:blip r:embed="rId4"/>
          <a:stretch/>
        </p:blipFill>
        <p:spPr>
          <a:xfrm>
            <a:off x="7156359" y="4018251"/>
            <a:ext cx="3651431" cy="2324100"/>
          </a:xfrm>
          <a:prstGeom prst="rect">
            <a:avLst/>
          </a:prstGeom>
        </p:spPr>
      </p:pic>
      <p:sp>
        <p:nvSpPr>
          <p:cNvPr id="5" name="comparison-title-bar">
            <a:extLst>
              <a:ext uri="{FF2B5EF4-FFF2-40B4-BE49-F238E27FC236}">
                <a16:creationId xmlns:a16="http://schemas.microsoft.com/office/drawing/2014/main" id="{E881F551-CFA7-A60A-C978-FBA1E1D01C88}"/>
              </a:ext>
            </a:extLst>
          </p:cNvPr>
          <p:cNvSpPr>
            <a:spLocks noGrp="1"/>
          </p:cNvSpPr>
          <p:nvPr/>
        </p:nvSpPr>
        <p:spPr>
          <a:xfrm>
            <a:off x="630383" y="4739987"/>
            <a:ext cx="5096358" cy="552450"/>
          </a:xfrm>
          <a:prstGeom prst="roundRect">
            <a:avLst>
              <a:gd name="adj" fmla="val 38375"/>
            </a:avLst>
          </a:prstGeom>
          <a:solidFill>
            <a:schemeClr val="tx2">
              <a:lumMod val="10000"/>
              <a:lumOff val="90000"/>
            </a:schemeClr>
          </a:solidFill>
          <a:ln w="0">
            <a:solidFill>
              <a:schemeClr val="bg2">
                <a:lumMod val="90000"/>
              </a:schemeClr>
            </a:solidFill>
          </a:ln>
        </p:spPr>
        <p:txBody>
          <a:bodyPr/>
          <a:lstStyle/>
          <a:p>
            <a:endParaRPr/>
          </a:p>
        </p:txBody>
      </p:sp>
      <p:sp>
        <p:nvSpPr>
          <p:cNvPr id="7" name="result-1-detail">
            <a:extLst>
              <a:ext uri="{FF2B5EF4-FFF2-40B4-BE49-F238E27FC236}">
                <a16:creationId xmlns:a16="http://schemas.microsoft.com/office/drawing/2014/main" id="{C431A45B-9F69-3632-22D2-FA341933992F}"/>
              </a:ext>
            </a:extLst>
          </p:cNvPr>
          <p:cNvSpPr>
            <a:spLocks noGrp="1"/>
          </p:cNvSpPr>
          <p:nvPr/>
        </p:nvSpPr>
        <p:spPr>
          <a:xfrm>
            <a:off x="783836" y="4806662"/>
            <a:ext cx="2750128" cy="419100"/>
          </a:xfrm>
          <a:prstGeom prst="rect">
            <a:avLst/>
          </a:prstGeom>
          <a:noFill/>
          <a:ln w="0">
            <a:noFill/>
          </a:ln>
        </p:spPr>
        <p:txBody>
          <a:bodyPr wrap="square" lIns="0" tIns="0" rIns="0" bIns="0" anchor="ctr">
            <a:noAutofit/>
          </a:bodyPr>
          <a:lstStyle/>
          <a:p>
            <a:pPr algn="l">
              <a:buNone/>
            </a:pPr>
            <a:r>
              <a:rPr lang="en-US" sz="1400" b="1" dirty="0">
                <a:solidFill>
                  <a:srgbClr val="1D3550"/>
                </a:solidFill>
                <a:latin typeface="Malgun Gothic"/>
                <a:ea typeface="Malgun Gothic"/>
                <a:cs typeface="Malgun Gothic"/>
              </a:rPr>
              <a:t>RMI </a:t>
            </a:r>
            <a:r>
              <a:rPr lang="ko-KR" altLang="en-US" sz="1280" dirty="0">
                <a:solidFill>
                  <a:srgbClr val="1D3550"/>
                </a:solidFill>
                <a:latin typeface="Malgun Gothic"/>
                <a:ea typeface="Malgun Gothic"/>
                <a:cs typeface="Malgun Gothic"/>
              </a:rPr>
              <a:t>더 낮은 평균 프레임 시간</a:t>
            </a:r>
            <a:endParaRPr sz="1280" dirty="0">
              <a:solidFill>
                <a:srgbClr val="1D3550"/>
              </a:solidFill>
              <a:latin typeface="Malgun Gothic"/>
              <a:ea typeface="Malgun Gothic"/>
              <a:cs typeface="Malgun Gothic"/>
            </a:endParaRPr>
          </a:p>
        </p:txBody>
      </p:sp>
      <p:sp>
        <p:nvSpPr>
          <p:cNvPr id="8" name="comparison-title-bar">
            <a:extLst>
              <a:ext uri="{FF2B5EF4-FFF2-40B4-BE49-F238E27FC236}">
                <a16:creationId xmlns:a16="http://schemas.microsoft.com/office/drawing/2014/main" id="{A2B6614D-23AD-2DEF-D42C-A393DF028794}"/>
              </a:ext>
            </a:extLst>
          </p:cNvPr>
          <p:cNvSpPr>
            <a:spLocks noGrp="1"/>
          </p:cNvSpPr>
          <p:nvPr/>
        </p:nvSpPr>
        <p:spPr>
          <a:xfrm>
            <a:off x="630383" y="5962650"/>
            <a:ext cx="5096358" cy="552450"/>
          </a:xfrm>
          <a:prstGeom prst="roundRect">
            <a:avLst>
              <a:gd name="adj" fmla="val 38375"/>
            </a:avLst>
          </a:prstGeom>
          <a:solidFill>
            <a:srgbClr val="0070C0"/>
          </a:solidFill>
          <a:ln w="0">
            <a:solidFill>
              <a:schemeClr val="bg2">
                <a:lumMod val="90000"/>
              </a:schemeClr>
            </a:solidFill>
          </a:ln>
        </p:spPr>
        <p:txBody>
          <a:bodyPr/>
          <a:lstStyle/>
          <a:p>
            <a:endParaRPr/>
          </a:p>
        </p:txBody>
      </p:sp>
      <p:sp>
        <p:nvSpPr>
          <p:cNvPr id="9" name="result-1-detail">
            <a:extLst>
              <a:ext uri="{FF2B5EF4-FFF2-40B4-BE49-F238E27FC236}">
                <a16:creationId xmlns:a16="http://schemas.microsoft.com/office/drawing/2014/main" id="{D0AE91B3-A84A-5670-8C8D-C6328F2DB507}"/>
              </a:ext>
            </a:extLst>
          </p:cNvPr>
          <p:cNvSpPr>
            <a:spLocks noGrp="1"/>
          </p:cNvSpPr>
          <p:nvPr/>
        </p:nvSpPr>
        <p:spPr>
          <a:xfrm>
            <a:off x="950672" y="6024129"/>
            <a:ext cx="4518505" cy="419100"/>
          </a:xfrm>
          <a:prstGeom prst="rect">
            <a:avLst/>
          </a:prstGeom>
          <a:noFill/>
          <a:ln w="0">
            <a:noFill/>
          </a:ln>
        </p:spPr>
        <p:txBody>
          <a:bodyPr wrap="square" lIns="0" tIns="0" rIns="0" bIns="0" anchor="ctr">
            <a:noAutofit/>
          </a:bodyPr>
          <a:lstStyle/>
          <a:p>
            <a:pPr algn="ctr">
              <a:buNone/>
            </a:pPr>
            <a:r>
              <a:rPr lang="en-US" sz="1280" b="1" dirty="0">
                <a:solidFill>
                  <a:schemeClr val="bg1"/>
                </a:solidFill>
                <a:latin typeface="Malgun Gothic"/>
                <a:ea typeface="Malgun Gothic"/>
                <a:cs typeface="Malgun Gothic"/>
              </a:rPr>
              <a:t>N </a:t>
            </a:r>
            <a:r>
              <a:rPr lang="ko-KR" altLang="en-US" sz="1280" b="1" dirty="0">
                <a:solidFill>
                  <a:schemeClr val="bg1"/>
                </a:solidFill>
                <a:latin typeface="Malgun Gothic"/>
                <a:ea typeface="Malgun Gothic"/>
                <a:cs typeface="Malgun Gothic"/>
              </a:rPr>
              <a:t>증가 </a:t>
            </a:r>
            <a:r>
              <a:rPr lang="en-US" altLang="ko-KR" sz="1280" b="1" dirty="0">
                <a:solidFill>
                  <a:schemeClr val="bg1"/>
                </a:solidFill>
                <a:latin typeface="Malgun Gothic"/>
                <a:ea typeface="Malgun Gothic"/>
                <a:cs typeface="Malgun Gothic"/>
              </a:rPr>
              <a:t>-&gt; </a:t>
            </a:r>
            <a:r>
              <a:rPr lang="ko-KR" altLang="en-US" sz="1280" b="1" dirty="0">
                <a:solidFill>
                  <a:schemeClr val="bg1"/>
                </a:solidFill>
                <a:latin typeface="Malgun Gothic"/>
                <a:ea typeface="Malgun Gothic"/>
                <a:cs typeface="Malgun Gothic"/>
              </a:rPr>
              <a:t>프레임 시간 격차 확대</a:t>
            </a:r>
            <a:endParaRPr sz="1280" b="1" dirty="0">
              <a:solidFill>
                <a:schemeClr val="bg1"/>
              </a:solidFill>
              <a:latin typeface="Malgun Gothic"/>
              <a:ea typeface="Malgun Gothic"/>
              <a:cs typeface="Malgun Gothic"/>
            </a:endParaRPr>
          </a:p>
        </p:txBody>
      </p:sp>
      <p:sp>
        <p:nvSpPr>
          <p:cNvPr id="10" name="result-1-condition">
            <a:extLst>
              <a:ext uri="{FF2B5EF4-FFF2-40B4-BE49-F238E27FC236}">
                <a16:creationId xmlns:a16="http://schemas.microsoft.com/office/drawing/2014/main" id="{7D7FDD20-E9CA-EAA8-E0D7-7E269F60A5F1}"/>
              </a:ext>
            </a:extLst>
          </p:cNvPr>
          <p:cNvSpPr>
            <a:spLocks noGrp="1"/>
          </p:cNvSpPr>
          <p:nvPr/>
        </p:nvSpPr>
        <p:spPr>
          <a:xfrm>
            <a:off x="6457950" y="1740477"/>
            <a:ext cx="2841048" cy="219075"/>
          </a:xfrm>
          <a:prstGeom prst="rect">
            <a:avLst/>
          </a:prstGeom>
          <a:noFill/>
          <a:ln w="0">
            <a:noFill/>
          </a:ln>
        </p:spPr>
        <p:txBody>
          <a:bodyPr wrap="square" lIns="0" tIns="0" rIns="0" bIns="0" anchor="ctr">
            <a:noAutofit/>
          </a:bodyPr>
          <a:lstStyle/>
          <a:p>
            <a:pPr>
              <a:buNone/>
            </a:pPr>
            <a:r>
              <a:rPr sz="1200" b="1" dirty="0">
                <a:solidFill>
                  <a:srgbClr val="657B8F"/>
                </a:solidFill>
                <a:latin typeface="Malgun Gothic"/>
                <a:ea typeface="Malgun Gothic"/>
                <a:cs typeface="Malgun Gothic"/>
              </a:rPr>
              <a:t>L = 16  ·</a:t>
            </a:r>
            <a:r>
              <a:rPr lang="en-US" sz="1200" b="1" dirty="0">
                <a:solidFill>
                  <a:srgbClr val="657B8F"/>
                </a:solidFill>
                <a:latin typeface="Malgun Gothic"/>
                <a:ea typeface="Malgun Gothic"/>
                <a:cs typeface="Malgun Gothic"/>
              </a:rPr>
              <a:t> Rendering-limited</a:t>
            </a:r>
            <a:endParaRPr sz="1200" b="1" dirty="0">
              <a:solidFill>
                <a:srgbClr val="657B8F"/>
              </a:solidFill>
              <a:latin typeface="Malgun Gothic"/>
              <a:ea typeface="Malgun Gothic"/>
              <a:cs typeface="Malgun Gothic"/>
            </a:endParaRPr>
          </a:p>
        </p:txBody>
      </p:sp>
    </p:spTree>
    <p:extLst>
      <p:ext uri="{BB962C8B-B14F-4D97-AF65-F5344CB8AC3E}">
        <p14:creationId xmlns:p14="http://schemas.microsoft.com/office/powerpoint/2010/main" val="320195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7" name="content-region">
            <a:extLst>
              <a:ext uri="{FF2B5EF4-FFF2-40B4-BE49-F238E27FC236}">
                <a16:creationId xmlns:a16="http://schemas.microsoft.com/office/drawing/2014/main" id="{407319FE-3A66-4E09-898D-6B6006BD5843}"/>
              </a:ext>
            </a:extLst>
          </p:cNvPr>
          <p:cNvSpPr>
            <a:spLocks noGrp="1"/>
          </p:cNvSpPr>
          <p:nvPr/>
        </p:nvSpPr>
        <p:spPr>
          <a:xfrm>
            <a:off x="457200" y="1390650"/>
            <a:ext cx="3600450" cy="3105150"/>
          </a:xfrm>
          <a:prstGeom prst="roundRect">
            <a:avLst>
              <a:gd name="adj" fmla="val 4908"/>
            </a:avLst>
          </a:prstGeom>
          <a:solidFill>
            <a:srgbClr val="FFFFFF"/>
          </a:solidFill>
          <a:ln w="9525">
            <a:solidFill>
              <a:srgbClr val="D5E1ED"/>
            </a:solidFill>
          </a:ln>
        </p:spPr>
        <p:txBody>
          <a:bodyPr/>
          <a:lstStyle/>
          <a:p>
            <a:endParaRPr/>
          </a:p>
        </p:txBody>
      </p:sp>
      <p:sp>
        <p:nvSpPr>
          <p:cNvPr id="8" name="content-region">
            <a:extLst>
              <a:ext uri="{FF2B5EF4-FFF2-40B4-BE49-F238E27FC236}">
                <a16:creationId xmlns:a16="http://schemas.microsoft.com/office/drawing/2014/main" id="{80AFBD25-671C-4EA0-AE87-775D9CB27DB7}"/>
              </a:ext>
            </a:extLst>
          </p:cNvPr>
          <p:cNvSpPr>
            <a:spLocks noGrp="1"/>
          </p:cNvSpPr>
          <p:nvPr/>
        </p:nvSpPr>
        <p:spPr>
          <a:xfrm>
            <a:off x="600075" y="1619250"/>
            <a:ext cx="3314700" cy="533400"/>
          </a:xfrm>
          <a:prstGeom prst="roundRect">
            <a:avLst>
              <a:gd name="adj" fmla="val 17857"/>
            </a:avLst>
          </a:prstGeom>
          <a:solidFill>
            <a:srgbClr val="0075C9"/>
          </a:solidFill>
          <a:ln w="0">
            <a:noFill/>
          </a:ln>
        </p:spPr>
        <p:txBody>
          <a:bodyPr wrap="none" lIns="76200" tIns="47625" rIns="76200" bIns="47625" anchor="ctr">
            <a:noAutofit/>
          </a:bodyPr>
          <a:lstStyle/>
          <a:p>
            <a:pPr algn="ctr">
              <a:buNone/>
            </a:pPr>
            <a:r>
              <a:rPr sz="1875" b="1">
                <a:solidFill>
                  <a:srgbClr val="FFFFFF"/>
                </a:solidFill>
                <a:latin typeface="Malgun Gothic"/>
                <a:ea typeface="Malgun Gothic"/>
                <a:cs typeface="Malgun Gothic"/>
              </a:rPr>
              <a:t>Rendering-limited</a:t>
            </a:r>
          </a:p>
        </p:txBody>
      </p:sp>
      <p:sp>
        <p:nvSpPr>
          <p:cNvPr id="9" name="타원 8">
            <a:extLst>
              <a:ext uri="{FF2B5EF4-FFF2-40B4-BE49-F238E27FC236}">
                <a16:creationId xmlns:a16="http://schemas.microsoft.com/office/drawing/2014/main" id="{9EC6FB32-353D-4537-82B7-33A61C0736D7}"/>
              </a:ext>
            </a:extLst>
          </p:cNvPr>
          <p:cNvSpPr>
            <a:spLocks noGrp="1"/>
          </p:cNvSpPr>
          <p:nvPr/>
        </p:nvSpPr>
        <p:spPr>
          <a:xfrm>
            <a:off x="1933575" y="2365665"/>
            <a:ext cx="647700" cy="647700"/>
          </a:xfrm>
          <a:prstGeom prst="ellipse">
            <a:avLst/>
          </a:prstGeom>
          <a:solidFill>
            <a:srgbClr val="EAF3FB"/>
          </a:solidFill>
          <a:ln w="0">
            <a:noFill/>
          </a:ln>
        </p:spPr>
        <p:txBody>
          <a:bodyPr lIns="0" tIns="0" rIns="0" bIns="0" anchor="ctr"/>
          <a:lstStyle/>
          <a:p>
            <a:pPr algn="ctr">
              <a:buNone/>
            </a:pPr>
            <a:r>
              <a:rPr sz="2100" b="1" dirty="0">
                <a:solidFill>
                  <a:srgbClr val="0075C9"/>
                </a:solidFill>
                <a:latin typeface="Malgun Gothic"/>
                <a:ea typeface="Malgun Gothic"/>
                <a:cs typeface="Malgun Gothic"/>
              </a:rPr>
              <a:t>1</a:t>
            </a:r>
          </a:p>
        </p:txBody>
      </p:sp>
      <p:sp>
        <p:nvSpPr>
          <p:cNvPr id="10" name="RMI">
            <a:extLst>
              <a:ext uri="{FF2B5EF4-FFF2-40B4-BE49-F238E27FC236}">
                <a16:creationId xmlns:a16="http://schemas.microsoft.com/office/drawing/2014/main" id="{16E417BB-7656-4F8B-941D-3BE05704AD3F}"/>
              </a:ext>
            </a:extLst>
          </p:cNvPr>
          <p:cNvSpPr>
            <a:spLocks noGrp="1"/>
          </p:cNvSpPr>
          <p:nvPr/>
        </p:nvSpPr>
        <p:spPr>
          <a:xfrm>
            <a:off x="647700" y="3114675"/>
            <a:ext cx="3219450" cy="714375"/>
          </a:xfrm>
          <a:prstGeom prst="rect">
            <a:avLst/>
          </a:prstGeom>
          <a:noFill/>
          <a:ln w="0">
            <a:noFill/>
          </a:ln>
        </p:spPr>
        <p:txBody>
          <a:bodyPr wrap="none" lIns="0" tIns="0" rIns="0" bIns="0" anchor="ctr">
            <a:noAutofit/>
          </a:bodyPr>
          <a:lstStyle/>
          <a:p>
            <a:pPr algn="ctr">
              <a:buNone/>
            </a:pPr>
            <a:r>
              <a:rPr sz="2400" b="1" dirty="0">
                <a:solidFill>
                  <a:srgbClr val="0075C9"/>
                </a:solidFill>
                <a:latin typeface="Malgun Gothic"/>
                <a:ea typeface="Malgun Gothic"/>
                <a:cs typeface="Malgun Gothic"/>
              </a:rPr>
              <a:t>RMI</a:t>
            </a:r>
          </a:p>
        </p:txBody>
      </p:sp>
      <p:sp>
        <p:nvSpPr>
          <p:cNvPr id="11" name="직선 연결선 10">
            <a:extLst>
              <a:ext uri="{FF2B5EF4-FFF2-40B4-BE49-F238E27FC236}">
                <a16:creationId xmlns:a16="http://schemas.microsoft.com/office/drawing/2014/main" id="{D701D490-0938-4E40-9B90-121281F24D4B}"/>
              </a:ext>
            </a:extLst>
          </p:cNvPr>
          <p:cNvSpPr>
            <a:spLocks noGrp="1"/>
          </p:cNvSpPr>
          <p:nvPr/>
        </p:nvSpPr>
        <p:spPr>
          <a:xfrm>
            <a:off x="723900" y="3803937"/>
            <a:ext cx="3067050" cy="0"/>
          </a:xfrm>
          <a:prstGeom prst="line">
            <a:avLst/>
          </a:prstGeom>
          <a:noFill/>
          <a:ln w="9525">
            <a:solidFill>
              <a:srgbClr val="D5E1ED"/>
            </a:solidFill>
          </a:ln>
        </p:spPr>
        <p:txBody>
          <a:bodyPr/>
          <a:lstStyle/>
          <a:p>
            <a:endParaRPr/>
          </a:p>
        </p:txBody>
      </p:sp>
      <p:sp>
        <p:nvSpPr>
          <p:cNvPr id="12" name="성능 중심 우선 후보">
            <a:extLst>
              <a:ext uri="{FF2B5EF4-FFF2-40B4-BE49-F238E27FC236}">
                <a16:creationId xmlns:a16="http://schemas.microsoft.com/office/drawing/2014/main" id="{E2F8666B-0C1B-4576-A24E-BB5B0801CDC9}"/>
              </a:ext>
            </a:extLst>
          </p:cNvPr>
          <p:cNvSpPr>
            <a:spLocks noGrp="1"/>
          </p:cNvSpPr>
          <p:nvPr/>
        </p:nvSpPr>
        <p:spPr>
          <a:xfrm>
            <a:off x="647700" y="3969324"/>
            <a:ext cx="3219450" cy="295275"/>
          </a:xfrm>
          <a:prstGeom prst="rect">
            <a:avLst/>
          </a:prstGeom>
          <a:noFill/>
          <a:ln w="0">
            <a:noFill/>
          </a:ln>
        </p:spPr>
        <p:txBody>
          <a:bodyPr wrap="none" lIns="0" tIns="0" rIns="0" bIns="0" anchor="ctr">
            <a:noAutofit/>
          </a:bodyPr>
          <a:lstStyle/>
          <a:p>
            <a:pPr algn="ctr">
              <a:buNone/>
            </a:pPr>
            <a:r>
              <a:rPr sz="1600" b="0" dirty="0" err="1">
                <a:solidFill>
                  <a:srgbClr val="1D3550"/>
                </a:solidFill>
                <a:latin typeface="Malgun Gothic"/>
                <a:ea typeface="Malgun Gothic"/>
                <a:cs typeface="Malgun Gothic"/>
              </a:rPr>
              <a:t>성능</a:t>
            </a:r>
            <a:r>
              <a:rPr sz="1600" b="0" dirty="0">
                <a:solidFill>
                  <a:srgbClr val="1D3550"/>
                </a:solidFill>
                <a:latin typeface="Malgun Gothic"/>
                <a:ea typeface="Malgun Gothic"/>
                <a:cs typeface="Malgun Gothic"/>
              </a:rPr>
              <a:t> </a:t>
            </a:r>
            <a:r>
              <a:rPr sz="1600" b="0" dirty="0" err="1">
                <a:solidFill>
                  <a:srgbClr val="1D3550"/>
                </a:solidFill>
                <a:latin typeface="Malgun Gothic"/>
                <a:ea typeface="Malgun Gothic"/>
                <a:cs typeface="Malgun Gothic"/>
              </a:rPr>
              <a:t>중심</a:t>
            </a:r>
            <a:r>
              <a:rPr sz="1600" b="0" dirty="0">
                <a:solidFill>
                  <a:srgbClr val="1D3550"/>
                </a:solidFill>
                <a:latin typeface="Malgun Gothic"/>
                <a:ea typeface="Malgun Gothic"/>
                <a:cs typeface="Malgun Gothic"/>
              </a:rPr>
              <a:t> </a:t>
            </a:r>
            <a:r>
              <a:rPr sz="1600" b="0" dirty="0" err="1">
                <a:solidFill>
                  <a:srgbClr val="1D3550"/>
                </a:solidFill>
                <a:latin typeface="Malgun Gothic"/>
                <a:ea typeface="Malgun Gothic"/>
                <a:cs typeface="Malgun Gothic"/>
              </a:rPr>
              <a:t>우선</a:t>
            </a:r>
            <a:r>
              <a:rPr sz="1600" b="0" dirty="0">
                <a:solidFill>
                  <a:srgbClr val="1D3550"/>
                </a:solidFill>
                <a:latin typeface="Malgun Gothic"/>
                <a:ea typeface="Malgun Gothic"/>
                <a:cs typeface="Malgun Gothic"/>
              </a:rPr>
              <a:t> </a:t>
            </a:r>
            <a:r>
              <a:rPr sz="1600" b="0" dirty="0" err="1">
                <a:solidFill>
                  <a:srgbClr val="1D3550"/>
                </a:solidFill>
                <a:latin typeface="Malgun Gothic"/>
                <a:ea typeface="Malgun Gothic"/>
                <a:cs typeface="Malgun Gothic"/>
              </a:rPr>
              <a:t>후보</a:t>
            </a:r>
            <a:endParaRPr sz="1600" b="0" dirty="0">
              <a:solidFill>
                <a:srgbClr val="1D3550"/>
              </a:solidFill>
              <a:latin typeface="Malgun Gothic"/>
              <a:ea typeface="Malgun Gothic"/>
              <a:cs typeface="Malgun Gothic"/>
            </a:endParaRPr>
          </a:p>
        </p:txBody>
      </p:sp>
      <p:sp>
        <p:nvSpPr>
          <p:cNvPr id="13" name="content-region">
            <a:extLst>
              <a:ext uri="{FF2B5EF4-FFF2-40B4-BE49-F238E27FC236}">
                <a16:creationId xmlns:a16="http://schemas.microsoft.com/office/drawing/2014/main" id="{9862C439-34F0-4416-9C5F-0D6FD165A4A3}"/>
              </a:ext>
            </a:extLst>
          </p:cNvPr>
          <p:cNvSpPr>
            <a:spLocks noGrp="1"/>
          </p:cNvSpPr>
          <p:nvPr/>
        </p:nvSpPr>
        <p:spPr>
          <a:xfrm>
            <a:off x="4295775" y="1476375"/>
            <a:ext cx="3600450" cy="3105150"/>
          </a:xfrm>
          <a:prstGeom prst="roundRect">
            <a:avLst>
              <a:gd name="adj" fmla="val 4908"/>
            </a:avLst>
          </a:prstGeom>
          <a:solidFill>
            <a:srgbClr val="FFFFFF"/>
          </a:solidFill>
          <a:ln w="9525">
            <a:solidFill>
              <a:srgbClr val="D5E1ED"/>
            </a:solidFill>
          </a:ln>
        </p:spPr>
        <p:txBody>
          <a:bodyPr/>
          <a:lstStyle/>
          <a:p>
            <a:endParaRPr/>
          </a:p>
        </p:txBody>
      </p:sp>
      <p:sp>
        <p:nvSpPr>
          <p:cNvPr id="14" name="content-region">
            <a:extLst>
              <a:ext uri="{FF2B5EF4-FFF2-40B4-BE49-F238E27FC236}">
                <a16:creationId xmlns:a16="http://schemas.microsoft.com/office/drawing/2014/main" id="{389989F6-0611-483B-975B-E43284D1B53C}"/>
              </a:ext>
            </a:extLst>
          </p:cNvPr>
          <p:cNvSpPr>
            <a:spLocks noGrp="1"/>
          </p:cNvSpPr>
          <p:nvPr/>
        </p:nvSpPr>
        <p:spPr>
          <a:xfrm>
            <a:off x="4438650" y="1619250"/>
            <a:ext cx="3314700" cy="533400"/>
          </a:xfrm>
          <a:prstGeom prst="roundRect">
            <a:avLst>
              <a:gd name="adj" fmla="val 17857"/>
            </a:avLst>
          </a:prstGeom>
          <a:solidFill>
            <a:srgbClr val="D56B20"/>
          </a:solidFill>
          <a:ln w="0">
            <a:noFill/>
          </a:ln>
        </p:spPr>
        <p:txBody>
          <a:bodyPr wrap="none" lIns="76200" tIns="47625" rIns="76200" bIns="47625" anchor="ctr">
            <a:noAutofit/>
          </a:bodyPr>
          <a:lstStyle/>
          <a:p>
            <a:pPr algn="ctr">
              <a:buNone/>
            </a:pPr>
            <a:r>
              <a:rPr sz="1875" b="1">
                <a:solidFill>
                  <a:srgbClr val="FFFFFF"/>
                </a:solidFill>
                <a:latin typeface="Malgun Gothic"/>
                <a:ea typeface="Malgun Gothic"/>
                <a:cs typeface="Malgun Gothic"/>
              </a:rPr>
              <a:t>작업량 감소 없는 분할</a:t>
            </a:r>
          </a:p>
        </p:txBody>
      </p:sp>
      <p:sp>
        <p:nvSpPr>
          <p:cNvPr id="15" name="타원 14">
            <a:extLst>
              <a:ext uri="{FF2B5EF4-FFF2-40B4-BE49-F238E27FC236}">
                <a16:creationId xmlns:a16="http://schemas.microsoft.com/office/drawing/2014/main" id="{41C9DD5F-7081-461C-A895-55D1C1EB0ED6}"/>
              </a:ext>
            </a:extLst>
          </p:cNvPr>
          <p:cNvSpPr>
            <a:spLocks noGrp="1"/>
          </p:cNvSpPr>
          <p:nvPr/>
        </p:nvSpPr>
        <p:spPr>
          <a:xfrm>
            <a:off x="5772150" y="2365665"/>
            <a:ext cx="647700" cy="647700"/>
          </a:xfrm>
          <a:prstGeom prst="ellipse">
            <a:avLst/>
          </a:prstGeom>
          <a:solidFill>
            <a:srgbClr val="FFF2E8"/>
          </a:solidFill>
          <a:ln w="0">
            <a:noFill/>
          </a:ln>
        </p:spPr>
        <p:txBody>
          <a:bodyPr lIns="0" tIns="0" rIns="0" bIns="0" anchor="ctr"/>
          <a:lstStyle/>
          <a:p>
            <a:pPr algn="ctr">
              <a:buNone/>
            </a:pPr>
            <a:r>
              <a:rPr sz="2100" b="1">
                <a:solidFill>
                  <a:srgbClr val="D56B20"/>
                </a:solidFill>
                <a:latin typeface="Malgun Gothic"/>
                <a:ea typeface="Malgun Gothic"/>
                <a:cs typeface="Malgun Gothic"/>
              </a:rPr>
              <a:t>2</a:t>
            </a:r>
          </a:p>
        </p:txBody>
      </p:sp>
      <p:sp>
        <p:nvSpPr>
          <p:cNvPr id="16" name="통합 제출">
            <a:extLst>
              <a:ext uri="{FF2B5EF4-FFF2-40B4-BE49-F238E27FC236}">
                <a16:creationId xmlns:a16="http://schemas.microsoft.com/office/drawing/2014/main" id="{2CDAC559-A420-4C15-AE9D-FDE98E3D2FC0}"/>
              </a:ext>
            </a:extLst>
          </p:cNvPr>
          <p:cNvSpPr>
            <a:spLocks noGrp="1"/>
          </p:cNvSpPr>
          <p:nvPr/>
        </p:nvSpPr>
        <p:spPr>
          <a:xfrm>
            <a:off x="4486275" y="3114675"/>
            <a:ext cx="3219450" cy="714375"/>
          </a:xfrm>
          <a:prstGeom prst="rect">
            <a:avLst/>
          </a:prstGeom>
          <a:noFill/>
          <a:ln w="0">
            <a:noFill/>
          </a:ln>
        </p:spPr>
        <p:txBody>
          <a:bodyPr wrap="none" lIns="0" tIns="0" rIns="0" bIns="0" anchor="ctr">
            <a:noAutofit/>
          </a:bodyPr>
          <a:lstStyle/>
          <a:p>
            <a:pPr algn="ctr">
              <a:buNone/>
            </a:pPr>
            <a:r>
              <a:rPr sz="2400" b="1" dirty="0" err="1">
                <a:solidFill>
                  <a:srgbClr val="D56B20"/>
                </a:solidFill>
                <a:latin typeface="Malgun Gothic"/>
                <a:ea typeface="Malgun Gothic"/>
                <a:cs typeface="Malgun Gothic"/>
              </a:rPr>
              <a:t>통합</a:t>
            </a:r>
            <a:r>
              <a:rPr sz="2400" b="1" dirty="0">
                <a:solidFill>
                  <a:srgbClr val="D56B20"/>
                </a:solidFill>
                <a:latin typeface="Malgun Gothic"/>
                <a:ea typeface="Malgun Gothic"/>
                <a:cs typeface="Malgun Gothic"/>
              </a:rPr>
              <a:t> </a:t>
            </a:r>
            <a:r>
              <a:rPr sz="2400" b="1" dirty="0" err="1">
                <a:solidFill>
                  <a:srgbClr val="D56B20"/>
                </a:solidFill>
                <a:latin typeface="Malgun Gothic"/>
                <a:ea typeface="Malgun Gothic"/>
                <a:cs typeface="Malgun Gothic"/>
              </a:rPr>
              <a:t>제출</a:t>
            </a:r>
            <a:endParaRPr sz="2400" b="1" dirty="0">
              <a:solidFill>
                <a:srgbClr val="D56B20"/>
              </a:solidFill>
              <a:latin typeface="Malgun Gothic"/>
              <a:ea typeface="Malgun Gothic"/>
              <a:cs typeface="Malgun Gothic"/>
            </a:endParaRPr>
          </a:p>
        </p:txBody>
      </p:sp>
      <p:sp>
        <p:nvSpPr>
          <p:cNvPr id="17" name="직선 연결선 16">
            <a:extLst>
              <a:ext uri="{FF2B5EF4-FFF2-40B4-BE49-F238E27FC236}">
                <a16:creationId xmlns:a16="http://schemas.microsoft.com/office/drawing/2014/main" id="{1E931F8D-5D3B-4E62-8456-3D4A9D494E8B}"/>
              </a:ext>
            </a:extLst>
          </p:cNvPr>
          <p:cNvSpPr>
            <a:spLocks noGrp="1"/>
          </p:cNvSpPr>
          <p:nvPr/>
        </p:nvSpPr>
        <p:spPr>
          <a:xfrm>
            <a:off x="4562475" y="3803937"/>
            <a:ext cx="3067050" cy="0"/>
          </a:xfrm>
          <a:prstGeom prst="line">
            <a:avLst/>
          </a:prstGeom>
          <a:noFill/>
          <a:ln w="9525">
            <a:solidFill>
              <a:srgbClr val="D5E1ED"/>
            </a:solidFill>
          </a:ln>
        </p:spPr>
        <p:txBody>
          <a:bodyPr/>
          <a:lstStyle/>
          <a:p>
            <a:endParaRPr/>
          </a:p>
        </p:txBody>
      </p:sp>
      <p:sp>
        <p:nvSpPr>
          <p:cNvPr id="18" name="기본 제출 구조">
            <a:extLst>
              <a:ext uri="{FF2B5EF4-FFF2-40B4-BE49-F238E27FC236}">
                <a16:creationId xmlns:a16="http://schemas.microsoft.com/office/drawing/2014/main" id="{007F111B-C17A-4404-84E7-B6E3F4EA242C}"/>
              </a:ext>
            </a:extLst>
          </p:cNvPr>
          <p:cNvSpPr>
            <a:spLocks noGrp="1"/>
          </p:cNvSpPr>
          <p:nvPr/>
        </p:nvSpPr>
        <p:spPr>
          <a:xfrm>
            <a:off x="4486275" y="3969324"/>
            <a:ext cx="3219450" cy="295275"/>
          </a:xfrm>
          <a:prstGeom prst="rect">
            <a:avLst/>
          </a:prstGeom>
          <a:noFill/>
          <a:ln w="0">
            <a:noFill/>
          </a:ln>
        </p:spPr>
        <p:txBody>
          <a:bodyPr wrap="none" lIns="0" tIns="0" rIns="0" bIns="0" anchor="ctr">
            <a:noAutofit/>
          </a:bodyPr>
          <a:lstStyle/>
          <a:p>
            <a:pPr algn="ctr">
              <a:buNone/>
            </a:pPr>
            <a:r>
              <a:rPr sz="1600" b="0" dirty="0" err="1">
                <a:solidFill>
                  <a:srgbClr val="1D3550"/>
                </a:solidFill>
                <a:latin typeface="Malgun Gothic"/>
                <a:ea typeface="Malgun Gothic"/>
                <a:cs typeface="Malgun Gothic"/>
              </a:rPr>
              <a:t>기본</a:t>
            </a:r>
            <a:r>
              <a:rPr sz="1600" b="0" dirty="0">
                <a:solidFill>
                  <a:srgbClr val="1D3550"/>
                </a:solidFill>
                <a:latin typeface="Malgun Gothic"/>
                <a:ea typeface="Malgun Gothic"/>
                <a:cs typeface="Malgun Gothic"/>
              </a:rPr>
              <a:t> </a:t>
            </a:r>
            <a:r>
              <a:rPr sz="1600" b="0" dirty="0" err="1">
                <a:solidFill>
                  <a:srgbClr val="1D3550"/>
                </a:solidFill>
                <a:latin typeface="Malgun Gothic"/>
                <a:ea typeface="Malgun Gothic"/>
                <a:cs typeface="Malgun Gothic"/>
              </a:rPr>
              <a:t>제출</a:t>
            </a:r>
            <a:r>
              <a:rPr sz="1600" b="0" dirty="0">
                <a:solidFill>
                  <a:srgbClr val="1D3550"/>
                </a:solidFill>
                <a:latin typeface="Malgun Gothic"/>
                <a:ea typeface="Malgun Gothic"/>
                <a:cs typeface="Malgun Gothic"/>
              </a:rPr>
              <a:t> </a:t>
            </a:r>
            <a:r>
              <a:rPr sz="1600" b="0" dirty="0" err="1">
                <a:solidFill>
                  <a:srgbClr val="1D3550"/>
                </a:solidFill>
                <a:latin typeface="Malgun Gothic"/>
                <a:ea typeface="Malgun Gothic"/>
                <a:cs typeface="Malgun Gothic"/>
              </a:rPr>
              <a:t>구조</a:t>
            </a:r>
            <a:endParaRPr sz="1600" b="0" dirty="0">
              <a:solidFill>
                <a:srgbClr val="1D3550"/>
              </a:solidFill>
              <a:latin typeface="Malgun Gothic"/>
              <a:ea typeface="Malgun Gothic"/>
              <a:cs typeface="Malgun Gothic"/>
            </a:endParaRPr>
          </a:p>
        </p:txBody>
      </p:sp>
      <p:sp>
        <p:nvSpPr>
          <p:cNvPr id="19" name="content-region">
            <a:extLst>
              <a:ext uri="{FF2B5EF4-FFF2-40B4-BE49-F238E27FC236}">
                <a16:creationId xmlns:a16="http://schemas.microsoft.com/office/drawing/2014/main" id="{EB8AA956-E2D4-45A9-8740-3D5C9340E109}"/>
              </a:ext>
            </a:extLst>
          </p:cNvPr>
          <p:cNvSpPr>
            <a:spLocks noGrp="1"/>
          </p:cNvSpPr>
          <p:nvPr/>
        </p:nvSpPr>
        <p:spPr>
          <a:xfrm>
            <a:off x="8134350" y="1476375"/>
            <a:ext cx="3600450" cy="3105150"/>
          </a:xfrm>
          <a:prstGeom prst="roundRect">
            <a:avLst>
              <a:gd name="adj" fmla="val 4908"/>
            </a:avLst>
          </a:prstGeom>
          <a:solidFill>
            <a:srgbClr val="FFFFFF"/>
          </a:solidFill>
          <a:ln w="9525">
            <a:solidFill>
              <a:srgbClr val="D5E1ED"/>
            </a:solidFill>
          </a:ln>
        </p:spPr>
        <p:txBody>
          <a:bodyPr/>
          <a:lstStyle/>
          <a:p>
            <a:endParaRPr/>
          </a:p>
        </p:txBody>
      </p:sp>
      <p:sp>
        <p:nvSpPr>
          <p:cNvPr id="20" name="content-region">
            <a:extLst>
              <a:ext uri="{FF2B5EF4-FFF2-40B4-BE49-F238E27FC236}">
                <a16:creationId xmlns:a16="http://schemas.microsoft.com/office/drawing/2014/main" id="{2464BFC0-0940-48C1-A76E-5D06251DCF3C}"/>
              </a:ext>
            </a:extLst>
          </p:cNvPr>
          <p:cNvSpPr>
            <a:spLocks noGrp="1"/>
          </p:cNvSpPr>
          <p:nvPr/>
        </p:nvSpPr>
        <p:spPr>
          <a:xfrm>
            <a:off x="8277225" y="1619250"/>
            <a:ext cx="3314700" cy="533400"/>
          </a:xfrm>
          <a:prstGeom prst="roundRect">
            <a:avLst>
              <a:gd name="adj" fmla="val 17857"/>
            </a:avLst>
          </a:prstGeom>
          <a:solidFill>
            <a:srgbClr val="009A67"/>
          </a:solidFill>
          <a:ln w="0">
            <a:noFill/>
          </a:ln>
        </p:spPr>
        <p:txBody>
          <a:bodyPr wrap="none" lIns="76200" tIns="47625" rIns="76200" bIns="47625" anchor="ctr">
            <a:noAutofit/>
          </a:bodyPr>
          <a:lstStyle/>
          <a:p>
            <a:pPr algn="ctr">
              <a:buNone/>
            </a:pPr>
            <a:r>
              <a:rPr sz="1875" b="1">
                <a:solidFill>
                  <a:srgbClr val="FFFFFF"/>
                </a:solidFill>
                <a:latin typeface="Malgun Gothic"/>
                <a:ea typeface="Malgun Gothic"/>
                <a:cs typeface="Malgun Gothic"/>
              </a:rPr>
              <a:t>Simulation-limited</a:t>
            </a:r>
          </a:p>
        </p:txBody>
      </p:sp>
      <p:sp>
        <p:nvSpPr>
          <p:cNvPr id="21" name="타원 20">
            <a:extLst>
              <a:ext uri="{FF2B5EF4-FFF2-40B4-BE49-F238E27FC236}">
                <a16:creationId xmlns:a16="http://schemas.microsoft.com/office/drawing/2014/main" id="{E2FA65AC-14F3-4F00-B08C-B6B3F467A713}"/>
              </a:ext>
            </a:extLst>
          </p:cNvPr>
          <p:cNvSpPr>
            <a:spLocks noGrp="1"/>
          </p:cNvSpPr>
          <p:nvPr/>
        </p:nvSpPr>
        <p:spPr>
          <a:xfrm>
            <a:off x="9610725" y="2365665"/>
            <a:ext cx="647700" cy="647700"/>
          </a:xfrm>
          <a:prstGeom prst="ellipse">
            <a:avLst/>
          </a:prstGeom>
          <a:solidFill>
            <a:srgbClr val="EAF7F1"/>
          </a:solidFill>
          <a:ln w="0">
            <a:noFill/>
          </a:ln>
        </p:spPr>
        <p:txBody>
          <a:bodyPr lIns="0" tIns="0" rIns="0" bIns="0" anchor="ctr"/>
          <a:lstStyle/>
          <a:p>
            <a:pPr algn="ctr">
              <a:buNone/>
            </a:pPr>
            <a:r>
              <a:rPr sz="2100" b="1">
                <a:solidFill>
                  <a:srgbClr val="009A67"/>
                </a:solidFill>
                <a:latin typeface="Malgun Gothic"/>
                <a:ea typeface="Malgun Gothic"/>
                <a:cs typeface="Malgun Gothic"/>
              </a:rPr>
              <a:t>3</a:t>
            </a:r>
          </a:p>
        </p:txBody>
      </p:sp>
      <p:sp>
        <p:nvSpPr>
          <p:cNvPr id="22" name="상태 갱신· 탐색 구조">
            <a:extLst>
              <a:ext uri="{FF2B5EF4-FFF2-40B4-BE49-F238E27FC236}">
                <a16:creationId xmlns:a16="http://schemas.microsoft.com/office/drawing/2014/main" id="{A28960A8-BE6C-4436-9A7C-3F33536BCEE0}"/>
              </a:ext>
            </a:extLst>
          </p:cNvPr>
          <p:cNvSpPr>
            <a:spLocks noGrp="1"/>
          </p:cNvSpPr>
          <p:nvPr/>
        </p:nvSpPr>
        <p:spPr>
          <a:xfrm>
            <a:off x="8324850" y="3114675"/>
            <a:ext cx="3219450" cy="714375"/>
          </a:xfrm>
          <a:prstGeom prst="rect">
            <a:avLst/>
          </a:prstGeom>
          <a:noFill/>
          <a:ln w="0">
            <a:noFill/>
          </a:ln>
        </p:spPr>
        <p:txBody>
          <a:bodyPr wrap="none" lIns="0" tIns="0" rIns="0" bIns="0" anchor="ctr">
            <a:noAutofit/>
          </a:bodyPr>
          <a:lstStyle/>
          <a:p>
            <a:pPr algn="ctr">
              <a:buNone/>
            </a:pPr>
            <a:r>
              <a:rPr sz="2400" b="1" dirty="0" err="1">
                <a:solidFill>
                  <a:srgbClr val="009A67"/>
                </a:solidFill>
                <a:latin typeface="Malgun Gothic"/>
                <a:ea typeface="Malgun Gothic"/>
                <a:cs typeface="Malgun Gothic"/>
              </a:rPr>
              <a:t>상태</a:t>
            </a:r>
            <a:r>
              <a:rPr sz="2400" b="1" dirty="0">
                <a:solidFill>
                  <a:srgbClr val="009A67"/>
                </a:solidFill>
                <a:latin typeface="Malgun Gothic"/>
                <a:ea typeface="Malgun Gothic"/>
                <a:cs typeface="Malgun Gothic"/>
              </a:rPr>
              <a:t> </a:t>
            </a:r>
            <a:r>
              <a:rPr sz="2400" b="1" dirty="0" err="1">
                <a:solidFill>
                  <a:srgbClr val="009A67"/>
                </a:solidFill>
                <a:latin typeface="Malgun Gothic"/>
                <a:ea typeface="Malgun Gothic"/>
                <a:cs typeface="Malgun Gothic"/>
              </a:rPr>
              <a:t>갱신</a:t>
            </a:r>
            <a:r>
              <a:rPr sz="2400" b="1" dirty="0">
                <a:solidFill>
                  <a:srgbClr val="009A67"/>
                </a:solidFill>
                <a:latin typeface="Malgun Gothic"/>
                <a:ea typeface="Malgun Gothic"/>
                <a:cs typeface="Malgun Gothic"/>
              </a:rPr>
              <a:t>·</a:t>
            </a:r>
            <a:r>
              <a:rPr lang="en-US" sz="2400" b="1" dirty="0">
                <a:solidFill>
                  <a:srgbClr val="009A67"/>
                </a:solidFill>
                <a:latin typeface="Malgun Gothic"/>
                <a:ea typeface="Malgun Gothic"/>
                <a:cs typeface="Malgun Gothic"/>
              </a:rPr>
              <a:t> </a:t>
            </a:r>
            <a:r>
              <a:rPr sz="2400" b="1" dirty="0" err="1">
                <a:solidFill>
                  <a:srgbClr val="009A67"/>
                </a:solidFill>
                <a:latin typeface="Malgun Gothic"/>
                <a:ea typeface="Malgun Gothic"/>
                <a:cs typeface="Malgun Gothic"/>
              </a:rPr>
              <a:t>탐색</a:t>
            </a:r>
            <a:r>
              <a:rPr sz="2400" b="1" dirty="0">
                <a:solidFill>
                  <a:srgbClr val="009A67"/>
                </a:solidFill>
                <a:latin typeface="Malgun Gothic"/>
                <a:ea typeface="Malgun Gothic"/>
                <a:cs typeface="Malgun Gothic"/>
              </a:rPr>
              <a:t> </a:t>
            </a:r>
            <a:r>
              <a:rPr sz="2400" b="1" dirty="0" err="1">
                <a:solidFill>
                  <a:srgbClr val="009A67"/>
                </a:solidFill>
                <a:latin typeface="Malgun Gothic"/>
                <a:ea typeface="Malgun Gothic"/>
                <a:cs typeface="Malgun Gothic"/>
              </a:rPr>
              <a:t>구조</a:t>
            </a:r>
            <a:endParaRPr sz="2400" b="1" dirty="0">
              <a:solidFill>
                <a:srgbClr val="009A67"/>
              </a:solidFill>
              <a:latin typeface="Malgun Gothic"/>
              <a:ea typeface="Malgun Gothic"/>
              <a:cs typeface="Malgun Gothic"/>
            </a:endParaRPr>
          </a:p>
        </p:txBody>
      </p:sp>
      <p:sp>
        <p:nvSpPr>
          <p:cNvPr id="23" name="직선 연결선 22">
            <a:extLst>
              <a:ext uri="{FF2B5EF4-FFF2-40B4-BE49-F238E27FC236}">
                <a16:creationId xmlns:a16="http://schemas.microsoft.com/office/drawing/2014/main" id="{FB5C3C5F-F9FE-4C47-A339-52B8CDB3FE78}"/>
              </a:ext>
            </a:extLst>
          </p:cNvPr>
          <p:cNvSpPr>
            <a:spLocks noGrp="1"/>
          </p:cNvSpPr>
          <p:nvPr/>
        </p:nvSpPr>
        <p:spPr>
          <a:xfrm>
            <a:off x="8401050" y="3803937"/>
            <a:ext cx="3067050" cy="0"/>
          </a:xfrm>
          <a:prstGeom prst="line">
            <a:avLst/>
          </a:prstGeom>
          <a:noFill/>
          <a:ln w="9525">
            <a:solidFill>
              <a:srgbClr val="D5E1ED"/>
            </a:solidFill>
          </a:ln>
        </p:spPr>
        <p:txBody>
          <a:bodyPr/>
          <a:lstStyle/>
          <a:p>
            <a:endParaRPr/>
          </a:p>
        </p:txBody>
      </p:sp>
      <p:sp>
        <p:nvSpPr>
          <p:cNvPr id="24" name="우선 최적화 대상">
            <a:extLst>
              <a:ext uri="{FF2B5EF4-FFF2-40B4-BE49-F238E27FC236}">
                <a16:creationId xmlns:a16="http://schemas.microsoft.com/office/drawing/2014/main" id="{48ED98AA-BAEB-40AE-9683-FAA5BF0D214E}"/>
              </a:ext>
            </a:extLst>
          </p:cNvPr>
          <p:cNvSpPr>
            <a:spLocks noGrp="1"/>
          </p:cNvSpPr>
          <p:nvPr/>
        </p:nvSpPr>
        <p:spPr>
          <a:xfrm>
            <a:off x="8324850" y="3969324"/>
            <a:ext cx="3219450" cy="295275"/>
          </a:xfrm>
          <a:prstGeom prst="rect">
            <a:avLst/>
          </a:prstGeom>
          <a:noFill/>
          <a:ln w="0">
            <a:noFill/>
          </a:ln>
        </p:spPr>
        <p:txBody>
          <a:bodyPr wrap="none" lIns="0" tIns="0" rIns="0" bIns="0" anchor="ctr">
            <a:noAutofit/>
          </a:bodyPr>
          <a:lstStyle/>
          <a:p>
            <a:pPr algn="ctr">
              <a:buNone/>
            </a:pPr>
            <a:r>
              <a:rPr sz="1600" b="0" dirty="0" err="1">
                <a:solidFill>
                  <a:srgbClr val="1D3550"/>
                </a:solidFill>
                <a:latin typeface="Malgun Gothic"/>
                <a:ea typeface="Malgun Gothic"/>
                <a:cs typeface="Malgun Gothic"/>
              </a:rPr>
              <a:t>우선</a:t>
            </a:r>
            <a:r>
              <a:rPr sz="1600" b="0" dirty="0">
                <a:solidFill>
                  <a:srgbClr val="1D3550"/>
                </a:solidFill>
                <a:latin typeface="Malgun Gothic"/>
                <a:ea typeface="Malgun Gothic"/>
                <a:cs typeface="Malgun Gothic"/>
              </a:rPr>
              <a:t> </a:t>
            </a:r>
            <a:r>
              <a:rPr sz="1600" b="0" dirty="0" err="1">
                <a:solidFill>
                  <a:srgbClr val="1D3550"/>
                </a:solidFill>
                <a:latin typeface="Malgun Gothic"/>
                <a:ea typeface="Malgun Gothic"/>
                <a:cs typeface="Malgun Gothic"/>
              </a:rPr>
              <a:t>최적화</a:t>
            </a:r>
            <a:r>
              <a:rPr sz="1600" b="0" dirty="0">
                <a:solidFill>
                  <a:srgbClr val="1D3550"/>
                </a:solidFill>
                <a:latin typeface="Malgun Gothic"/>
                <a:ea typeface="Malgun Gothic"/>
                <a:cs typeface="Malgun Gothic"/>
              </a:rPr>
              <a:t> </a:t>
            </a:r>
            <a:r>
              <a:rPr sz="1600" b="0" dirty="0" err="1">
                <a:solidFill>
                  <a:srgbClr val="1D3550"/>
                </a:solidFill>
                <a:latin typeface="Malgun Gothic"/>
                <a:ea typeface="Malgun Gothic"/>
                <a:cs typeface="Malgun Gothic"/>
              </a:rPr>
              <a:t>대상</a:t>
            </a:r>
            <a:endParaRPr sz="1600" b="0" dirty="0">
              <a:solidFill>
                <a:srgbClr val="1D3550"/>
              </a:solidFill>
              <a:latin typeface="Malgun Gothic"/>
              <a:ea typeface="Malgun Gothic"/>
              <a:cs typeface="Malgun Gothic"/>
            </a:endParaRPr>
          </a:p>
        </p:txBody>
      </p:sp>
      <p:sp>
        <p:nvSpPr>
          <p:cNvPr id="25" name="content-region">
            <a:extLst>
              <a:ext uri="{FF2B5EF4-FFF2-40B4-BE49-F238E27FC236}">
                <a16:creationId xmlns:a16="http://schemas.microsoft.com/office/drawing/2014/main" id="{AE359C3F-6CFA-4249-8FD8-4F831E3F5D80}"/>
              </a:ext>
            </a:extLst>
          </p:cNvPr>
          <p:cNvSpPr>
            <a:spLocks noGrp="1"/>
          </p:cNvSpPr>
          <p:nvPr/>
        </p:nvSpPr>
        <p:spPr>
          <a:xfrm>
            <a:off x="457200" y="4838700"/>
            <a:ext cx="11277600" cy="1133475"/>
          </a:xfrm>
          <a:prstGeom prst="roundRect">
            <a:avLst>
              <a:gd name="adj" fmla="val 13445"/>
            </a:avLst>
          </a:prstGeom>
          <a:solidFill>
            <a:srgbClr val="143F90"/>
          </a:solidFill>
          <a:ln w="9525">
            <a:solidFill>
              <a:srgbClr val="143F90"/>
            </a:solidFill>
          </a:ln>
        </p:spPr>
        <p:txBody>
          <a:bodyPr/>
          <a:lstStyle/>
          <a:p>
            <a:endParaRPr/>
          </a:p>
        </p:txBody>
      </p:sp>
      <p:sp>
        <p:nvSpPr>
          <p:cNvPr id="26" name="렌더링 경로와 제출 구조의 성능 효과는 장면의 병목 조건에 따라 달라진다">
            <a:extLst>
              <a:ext uri="{FF2B5EF4-FFF2-40B4-BE49-F238E27FC236}">
                <a16:creationId xmlns:a16="http://schemas.microsoft.com/office/drawing/2014/main" id="{42EC2BA1-4C2D-4085-B519-ACF6EE99208E}"/>
              </a:ext>
            </a:extLst>
          </p:cNvPr>
          <p:cNvSpPr>
            <a:spLocks noGrp="1"/>
          </p:cNvSpPr>
          <p:nvPr/>
        </p:nvSpPr>
        <p:spPr>
          <a:xfrm>
            <a:off x="752475" y="5010150"/>
            <a:ext cx="10687050" cy="781050"/>
          </a:xfrm>
          <a:prstGeom prst="rect">
            <a:avLst/>
          </a:prstGeom>
          <a:noFill/>
          <a:ln w="0">
            <a:noFill/>
          </a:ln>
        </p:spPr>
        <p:txBody>
          <a:bodyPr wrap="none" lIns="0" tIns="0" rIns="0" bIns="0" anchor="ctr">
            <a:noAutofit/>
          </a:bodyPr>
          <a:lstStyle/>
          <a:p>
            <a:pPr algn="ctr">
              <a:buNone/>
            </a:pPr>
            <a:r>
              <a:rPr sz="2200" b="1" dirty="0" err="1">
                <a:solidFill>
                  <a:srgbClr val="FFFFFF"/>
                </a:solidFill>
                <a:latin typeface="Malgun Gothic"/>
                <a:ea typeface="Malgun Gothic"/>
                <a:cs typeface="Malgun Gothic"/>
              </a:rPr>
              <a:t>렌더링</a:t>
            </a:r>
            <a:r>
              <a:rPr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경로와</a:t>
            </a:r>
            <a:r>
              <a:rPr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제출</a:t>
            </a:r>
            <a:r>
              <a:rPr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구조의</a:t>
            </a:r>
            <a:r>
              <a:rPr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성능</a:t>
            </a:r>
            <a:r>
              <a:rPr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효과는</a:t>
            </a:r>
            <a:r>
              <a:rPr lang="en-US"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장면의</a:t>
            </a:r>
            <a:r>
              <a:rPr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병목</a:t>
            </a:r>
            <a:r>
              <a:rPr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조건에</a:t>
            </a:r>
            <a:r>
              <a:rPr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따라</a:t>
            </a:r>
            <a:r>
              <a:rPr sz="2200" b="1" dirty="0">
                <a:solidFill>
                  <a:srgbClr val="FFFFFF"/>
                </a:solidFill>
                <a:latin typeface="Malgun Gothic"/>
                <a:ea typeface="Malgun Gothic"/>
                <a:cs typeface="Malgun Gothic"/>
              </a:rPr>
              <a:t> </a:t>
            </a:r>
            <a:r>
              <a:rPr sz="2200" b="1" dirty="0" err="1">
                <a:solidFill>
                  <a:srgbClr val="FFFFFF"/>
                </a:solidFill>
                <a:latin typeface="Malgun Gothic"/>
                <a:ea typeface="Malgun Gothic"/>
                <a:cs typeface="Malgun Gothic"/>
              </a:rPr>
              <a:t>달라진다</a:t>
            </a:r>
            <a:endParaRPr sz="2200" b="1" dirty="0">
              <a:solidFill>
                <a:srgbClr val="FFFFFF"/>
              </a:solidFill>
              <a:latin typeface="Malgun Gothic"/>
              <a:ea typeface="Malgun Gothic"/>
              <a:cs typeface="Malgun Gothic"/>
            </a:endParaRPr>
          </a:p>
        </p:txBody>
      </p:sp>
      <p:sp>
        <p:nvSpPr>
          <p:cNvPr id="27" name="본 실험 범위  ·  전체 가시 · 전체 갱신 · 동일 렌더링 자원">
            <a:extLst>
              <a:ext uri="{FF2B5EF4-FFF2-40B4-BE49-F238E27FC236}">
                <a16:creationId xmlns:a16="http://schemas.microsoft.com/office/drawing/2014/main" id="{E29D531C-906D-44ED-9AA2-E539029DBC87}"/>
              </a:ext>
            </a:extLst>
          </p:cNvPr>
          <p:cNvSpPr>
            <a:spLocks noGrp="1"/>
          </p:cNvSpPr>
          <p:nvPr/>
        </p:nvSpPr>
        <p:spPr>
          <a:xfrm>
            <a:off x="457200" y="6086475"/>
            <a:ext cx="11277600" cy="285750"/>
          </a:xfrm>
          <a:prstGeom prst="rect">
            <a:avLst/>
          </a:prstGeom>
          <a:noFill/>
          <a:ln w="0">
            <a:noFill/>
          </a:ln>
        </p:spPr>
        <p:txBody>
          <a:bodyPr wrap="none" lIns="0" tIns="0" rIns="0" bIns="0" anchor="ctr">
            <a:noAutofit/>
          </a:bodyPr>
          <a:lstStyle/>
          <a:p>
            <a:pPr algn="r">
              <a:buNone/>
            </a:pPr>
            <a:r>
              <a:rPr sz="1600" b="0" dirty="0">
                <a:solidFill>
                  <a:srgbClr val="657B8F"/>
                </a:solidFill>
                <a:latin typeface="Malgun Gothic"/>
                <a:ea typeface="Malgun Gothic"/>
                <a:cs typeface="Malgun Gothic"/>
              </a:rPr>
              <a:t>본 </a:t>
            </a:r>
            <a:r>
              <a:rPr sz="1600" b="0" dirty="0" err="1">
                <a:solidFill>
                  <a:srgbClr val="657B8F"/>
                </a:solidFill>
                <a:latin typeface="Malgun Gothic"/>
                <a:ea typeface="Malgun Gothic"/>
                <a:cs typeface="Malgun Gothic"/>
              </a:rPr>
              <a:t>실험</a:t>
            </a:r>
            <a:r>
              <a:rPr sz="1600" b="0" dirty="0">
                <a:solidFill>
                  <a:srgbClr val="657B8F"/>
                </a:solidFill>
                <a:latin typeface="Malgun Gothic"/>
                <a:ea typeface="Malgun Gothic"/>
                <a:cs typeface="Malgun Gothic"/>
              </a:rPr>
              <a:t> </a:t>
            </a:r>
            <a:r>
              <a:rPr sz="1600" b="0" dirty="0" err="1">
                <a:solidFill>
                  <a:srgbClr val="657B8F"/>
                </a:solidFill>
                <a:latin typeface="Malgun Gothic"/>
                <a:ea typeface="Malgun Gothic"/>
                <a:cs typeface="Malgun Gothic"/>
              </a:rPr>
              <a:t>범위</a:t>
            </a:r>
            <a:r>
              <a:rPr sz="1600" b="0" dirty="0">
                <a:solidFill>
                  <a:srgbClr val="657B8F"/>
                </a:solidFill>
                <a:latin typeface="Malgun Gothic"/>
                <a:ea typeface="Malgun Gothic"/>
                <a:cs typeface="Malgun Gothic"/>
              </a:rPr>
              <a:t>  </a:t>
            </a:r>
            <a:r>
              <a:rPr lang="en-US" sz="1600" dirty="0">
                <a:solidFill>
                  <a:srgbClr val="657B8F"/>
                </a:solidFill>
                <a:latin typeface="Malgun Gothic"/>
                <a:ea typeface="Malgun Gothic"/>
                <a:cs typeface="Malgun Gothic"/>
              </a:rPr>
              <a:t>:</a:t>
            </a:r>
            <a:r>
              <a:rPr sz="1600" b="0" dirty="0">
                <a:solidFill>
                  <a:srgbClr val="657B8F"/>
                </a:solidFill>
                <a:latin typeface="Malgun Gothic"/>
                <a:ea typeface="Malgun Gothic"/>
                <a:cs typeface="Malgun Gothic"/>
              </a:rPr>
              <a:t> </a:t>
            </a:r>
            <a:r>
              <a:rPr sz="1600" b="0" dirty="0" err="1">
                <a:solidFill>
                  <a:srgbClr val="657B8F"/>
                </a:solidFill>
                <a:latin typeface="Malgun Gothic"/>
                <a:ea typeface="Malgun Gothic"/>
                <a:cs typeface="Malgun Gothic"/>
              </a:rPr>
              <a:t>전체</a:t>
            </a:r>
            <a:r>
              <a:rPr sz="1600" b="0" dirty="0">
                <a:solidFill>
                  <a:srgbClr val="657B8F"/>
                </a:solidFill>
                <a:latin typeface="Malgun Gothic"/>
                <a:ea typeface="Malgun Gothic"/>
                <a:cs typeface="Malgun Gothic"/>
              </a:rPr>
              <a:t> </a:t>
            </a:r>
            <a:r>
              <a:rPr sz="1600" b="0" dirty="0" err="1">
                <a:solidFill>
                  <a:srgbClr val="657B8F"/>
                </a:solidFill>
                <a:latin typeface="Malgun Gothic"/>
                <a:ea typeface="Malgun Gothic"/>
                <a:cs typeface="Malgun Gothic"/>
              </a:rPr>
              <a:t>가시</a:t>
            </a:r>
            <a:r>
              <a:rPr sz="1600" b="0" dirty="0">
                <a:solidFill>
                  <a:srgbClr val="657B8F"/>
                </a:solidFill>
                <a:latin typeface="Malgun Gothic"/>
                <a:ea typeface="Malgun Gothic"/>
                <a:cs typeface="Malgun Gothic"/>
              </a:rPr>
              <a:t> · </a:t>
            </a:r>
            <a:r>
              <a:rPr sz="1600" b="0" dirty="0" err="1">
                <a:solidFill>
                  <a:srgbClr val="657B8F"/>
                </a:solidFill>
                <a:latin typeface="Malgun Gothic"/>
                <a:ea typeface="Malgun Gothic"/>
                <a:cs typeface="Malgun Gothic"/>
              </a:rPr>
              <a:t>전체</a:t>
            </a:r>
            <a:r>
              <a:rPr sz="1600" b="0" dirty="0">
                <a:solidFill>
                  <a:srgbClr val="657B8F"/>
                </a:solidFill>
                <a:latin typeface="Malgun Gothic"/>
                <a:ea typeface="Malgun Gothic"/>
                <a:cs typeface="Malgun Gothic"/>
              </a:rPr>
              <a:t> </a:t>
            </a:r>
            <a:r>
              <a:rPr sz="1600" b="0" dirty="0" err="1">
                <a:solidFill>
                  <a:srgbClr val="657B8F"/>
                </a:solidFill>
                <a:latin typeface="Malgun Gothic"/>
                <a:ea typeface="Malgun Gothic"/>
                <a:cs typeface="Malgun Gothic"/>
              </a:rPr>
              <a:t>갱신</a:t>
            </a:r>
            <a:r>
              <a:rPr sz="1600" b="0" dirty="0">
                <a:solidFill>
                  <a:srgbClr val="657B8F"/>
                </a:solidFill>
                <a:latin typeface="Malgun Gothic"/>
                <a:ea typeface="Malgun Gothic"/>
                <a:cs typeface="Malgun Gothic"/>
              </a:rPr>
              <a:t> · </a:t>
            </a:r>
            <a:r>
              <a:rPr sz="1600" b="0" dirty="0" err="1">
                <a:solidFill>
                  <a:srgbClr val="657B8F"/>
                </a:solidFill>
                <a:latin typeface="Malgun Gothic"/>
                <a:ea typeface="Malgun Gothic"/>
                <a:cs typeface="Malgun Gothic"/>
              </a:rPr>
              <a:t>동일</a:t>
            </a:r>
            <a:r>
              <a:rPr sz="1600" b="0" dirty="0">
                <a:solidFill>
                  <a:srgbClr val="657B8F"/>
                </a:solidFill>
                <a:latin typeface="Malgun Gothic"/>
                <a:ea typeface="Malgun Gothic"/>
                <a:cs typeface="Malgun Gothic"/>
              </a:rPr>
              <a:t> </a:t>
            </a:r>
            <a:r>
              <a:rPr sz="1600" b="0" dirty="0" err="1">
                <a:solidFill>
                  <a:srgbClr val="657B8F"/>
                </a:solidFill>
                <a:latin typeface="Malgun Gothic"/>
                <a:ea typeface="Malgun Gothic"/>
                <a:cs typeface="Malgun Gothic"/>
              </a:rPr>
              <a:t>렌더링</a:t>
            </a:r>
            <a:r>
              <a:rPr sz="1600" b="0" dirty="0">
                <a:solidFill>
                  <a:srgbClr val="657B8F"/>
                </a:solidFill>
                <a:latin typeface="Malgun Gothic"/>
                <a:ea typeface="Malgun Gothic"/>
                <a:cs typeface="Malgun Gothic"/>
              </a:rPr>
              <a:t> </a:t>
            </a:r>
            <a:r>
              <a:rPr sz="1600" b="0" dirty="0" err="1">
                <a:solidFill>
                  <a:srgbClr val="657B8F"/>
                </a:solidFill>
                <a:latin typeface="Malgun Gothic"/>
                <a:ea typeface="Malgun Gothic"/>
                <a:cs typeface="Malgun Gothic"/>
              </a:rPr>
              <a:t>자원</a:t>
            </a:r>
            <a:endParaRPr sz="1600" b="0" dirty="0">
              <a:solidFill>
                <a:srgbClr val="657B8F"/>
              </a:solidFill>
              <a:latin typeface="Malgun Gothic"/>
              <a:ea typeface="Malgun Gothic"/>
              <a:cs typeface="Malgun Gothic"/>
            </a:endParaRPr>
          </a:p>
        </p:txBody>
      </p:sp>
      <p:sp>
        <p:nvSpPr>
          <p:cNvPr id="29" name="header-background">
            <a:extLst>
              <a:ext uri="{FF2B5EF4-FFF2-40B4-BE49-F238E27FC236}">
                <a16:creationId xmlns:a16="http://schemas.microsoft.com/office/drawing/2014/main" id="{244EEFC6-209A-4CAE-A280-A723EE9BDB92}"/>
              </a:ext>
            </a:extLst>
          </p:cNvPr>
          <p:cNvSpPr>
            <a:spLocks noGrp="1"/>
          </p:cNvSpPr>
          <p:nvPr/>
        </p:nvSpPr>
        <p:spPr>
          <a:xfrm>
            <a:off x="0" y="0"/>
            <a:ext cx="12192000" cy="1000125"/>
          </a:xfrm>
          <a:prstGeom prst="rect">
            <a:avLst/>
          </a:prstGeom>
          <a:solidFill>
            <a:srgbClr val="FFFFFF"/>
          </a:solidFill>
          <a:ln w="0">
            <a:noFill/>
          </a:ln>
        </p:spPr>
        <p:txBody>
          <a:bodyPr/>
          <a:lstStyle/>
          <a:p>
            <a:endParaRPr/>
          </a:p>
        </p:txBody>
      </p:sp>
      <p:sp>
        <p:nvSpPr>
          <p:cNvPr id="30" name="section-badge">
            <a:extLst>
              <a:ext uri="{FF2B5EF4-FFF2-40B4-BE49-F238E27FC236}">
                <a16:creationId xmlns:a16="http://schemas.microsoft.com/office/drawing/2014/main" id="{92F925FF-5EFF-4133-B7C5-110C659CC3CD}"/>
              </a:ext>
            </a:extLst>
          </p:cNvPr>
          <p:cNvSpPr>
            <a:spLocks noGrp="1"/>
          </p:cNvSpPr>
          <p:nvPr/>
        </p:nvSpPr>
        <p:spPr>
          <a:xfrm>
            <a:off x="457200" y="266700"/>
            <a:ext cx="533400" cy="533400"/>
          </a:xfrm>
          <a:prstGeom prst="roundRect">
            <a:avLst>
              <a:gd name="adj" fmla="val 50000"/>
            </a:avLst>
          </a:prstGeom>
          <a:solidFill>
            <a:srgbClr val="143F90"/>
          </a:solidFill>
          <a:ln w="0">
            <a:noFill/>
          </a:ln>
        </p:spPr>
        <p:txBody>
          <a:bodyPr/>
          <a:lstStyle/>
          <a:p>
            <a:endParaRPr/>
          </a:p>
        </p:txBody>
      </p:sp>
      <p:sp>
        <p:nvSpPr>
          <p:cNvPr id="31" name="section-number">
            <a:extLst>
              <a:ext uri="{FF2B5EF4-FFF2-40B4-BE49-F238E27FC236}">
                <a16:creationId xmlns:a16="http://schemas.microsoft.com/office/drawing/2014/main" id="{A06EBAE8-E1BA-4F72-9F6B-EA6B72863F18}"/>
              </a:ext>
            </a:extLst>
          </p:cNvPr>
          <p:cNvSpPr>
            <a:spLocks noGrp="1"/>
          </p:cNvSpPr>
          <p:nvPr/>
        </p:nvSpPr>
        <p:spPr>
          <a:xfrm>
            <a:off x="457200" y="266700"/>
            <a:ext cx="533400" cy="533400"/>
          </a:xfrm>
          <a:prstGeom prst="rect">
            <a:avLst/>
          </a:prstGeom>
          <a:noFill/>
          <a:ln w="0">
            <a:noFill/>
          </a:ln>
        </p:spPr>
        <p:txBody>
          <a:bodyPr wrap="square" lIns="0" tIns="0" rIns="0" bIns="0" anchor="ctr">
            <a:noAutofit/>
          </a:bodyPr>
          <a:lstStyle/>
          <a:p>
            <a:pPr algn="ctr">
              <a:buNone/>
            </a:pPr>
            <a:r>
              <a:rPr sz="1650" b="1">
                <a:solidFill>
                  <a:srgbClr val="FFFFFF"/>
                </a:solidFill>
                <a:latin typeface="Malgun Gothic"/>
                <a:ea typeface="Malgun Gothic"/>
                <a:cs typeface="Malgun Gothic"/>
              </a:rPr>
              <a:t>04</a:t>
            </a:r>
          </a:p>
        </p:txBody>
      </p:sp>
      <p:sp>
        <p:nvSpPr>
          <p:cNvPr id="32" name="section-kicker">
            <a:extLst>
              <a:ext uri="{FF2B5EF4-FFF2-40B4-BE49-F238E27FC236}">
                <a16:creationId xmlns:a16="http://schemas.microsoft.com/office/drawing/2014/main" id="{CC6A6A0A-8E53-4E0F-9C7A-7BE81F83A3BB}"/>
              </a:ext>
            </a:extLst>
          </p:cNvPr>
          <p:cNvSpPr>
            <a:spLocks noGrp="1"/>
          </p:cNvSpPr>
          <p:nvPr/>
        </p:nvSpPr>
        <p:spPr>
          <a:xfrm>
            <a:off x="1200150" y="152400"/>
            <a:ext cx="7239000" cy="238125"/>
          </a:xfrm>
          <a:prstGeom prst="rect">
            <a:avLst/>
          </a:prstGeom>
          <a:noFill/>
          <a:ln w="0">
            <a:noFill/>
          </a:ln>
        </p:spPr>
        <p:txBody>
          <a:bodyPr wrap="square" lIns="0" tIns="0" rIns="0" bIns="0" anchor="ctr">
            <a:noAutofit/>
          </a:bodyPr>
          <a:lstStyle/>
          <a:p>
            <a:pPr algn="l">
              <a:buNone/>
            </a:pPr>
            <a:r>
              <a:rPr sz="1275" b="1">
                <a:solidFill>
                  <a:srgbClr val="0075C9"/>
                </a:solidFill>
                <a:latin typeface="Malgun Gothic"/>
                <a:ea typeface="Malgun Gothic"/>
                <a:cs typeface="Malgun Gothic"/>
              </a:rPr>
              <a:t>해석과 연구 성과</a:t>
            </a:r>
          </a:p>
        </p:txBody>
      </p:sp>
      <p:sp>
        <p:nvSpPr>
          <p:cNvPr id="33" name="slide-title">
            <a:extLst>
              <a:ext uri="{FF2B5EF4-FFF2-40B4-BE49-F238E27FC236}">
                <a16:creationId xmlns:a16="http://schemas.microsoft.com/office/drawing/2014/main" id="{CFCA4A45-D7DF-4A46-8726-6CE7B5CDC30A}"/>
              </a:ext>
            </a:extLst>
          </p:cNvPr>
          <p:cNvSpPr>
            <a:spLocks noGrp="1"/>
          </p:cNvSpPr>
          <p:nvPr/>
        </p:nvSpPr>
        <p:spPr>
          <a:xfrm>
            <a:off x="1200150" y="400050"/>
            <a:ext cx="9144000" cy="457200"/>
          </a:xfrm>
          <a:prstGeom prst="rect">
            <a:avLst/>
          </a:prstGeom>
          <a:noFill/>
          <a:ln w="0">
            <a:noFill/>
          </a:ln>
        </p:spPr>
        <p:txBody>
          <a:bodyPr wrap="square" lIns="0" tIns="0" rIns="0" bIns="0" anchor="ctr">
            <a:noAutofit/>
          </a:bodyPr>
          <a:lstStyle/>
          <a:p>
            <a:pPr algn="l">
              <a:buNone/>
            </a:pPr>
            <a:r>
              <a:rPr sz="2325" b="1">
                <a:solidFill>
                  <a:srgbClr val="143F90"/>
                </a:solidFill>
                <a:latin typeface="Malgun Gothic"/>
                <a:ea typeface="Malgun Gothic"/>
                <a:cs typeface="Malgun Gothic"/>
              </a:rPr>
              <a:t>조건에 따른 해석과 결론</a:t>
            </a:r>
          </a:p>
        </p:txBody>
      </p:sp>
      <p:sp>
        <p:nvSpPr>
          <p:cNvPr id="35" name="header-blue-line">
            <a:extLst>
              <a:ext uri="{FF2B5EF4-FFF2-40B4-BE49-F238E27FC236}">
                <a16:creationId xmlns:a16="http://schemas.microsoft.com/office/drawing/2014/main" id="{00BD26A0-C2AA-4D14-93A7-BD3E5C3B4181}"/>
              </a:ext>
            </a:extLst>
          </p:cNvPr>
          <p:cNvSpPr>
            <a:spLocks noGrp="1"/>
          </p:cNvSpPr>
          <p:nvPr/>
        </p:nvSpPr>
        <p:spPr>
          <a:xfrm>
            <a:off x="0" y="1000125"/>
            <a:ext cx="12192000" cy="57150"/>
          </a:xfrm>
          <a:prstGeom prst="rect">
            <a:avLst/>
          </a:prstGeom>
          <a:solidFill>
            <a:srgbClr val="0075C9"/>
          </a:solidFill>
          <a:ln w="0">
            <a:noFill/>
          </a:ln>
        </p:spPr>
        <p:txBody>
          <a:bodyPr/>
          <a:lstStyle/>
          <a:p>
            <a:endParaRPr/>
          </a:p>
        </p:txBody>
      </p:sp>
      <p:sp>
        <p:nvSpPr>
          <p:cNvPr id="36" name="header-green-line">
            <a:extLst>
              <a:ext uri="{FF2B5EF4-FFF2-40B4-BE49-F238E27FC236}">
                <a16:creationId xmlns:a16="http://schemas.microsoft.com/office/drawing/2014/main" id="{C3797AC6-E2CD-42D9-8DD9-5F7CE919BBF7}"/>
              </a:ext>
            </a:extLst>
          </p:cNvPr>
          <p:cNvSpPr>
            <a:spLocks noGrp="1"/>
          </p:cNvSpPr>
          <p:nvPr/>
        </p:nvSpPr>
        <p:spPr>
          <a:xfrm>
            <a:off x="0" y="1000125"/>
            <a:ext cx="2000250" cy="57150"/>
          </a:xfrm>
          <a:prstGeom prst="rect">
            <a:avLst/>
          </a:prstGeom>
          <a:solidFill>
            <a:srgbClr val="00A651"/>
          </a:solidFill>
          <a:ln w="0">
            <a:noFill/>
          </a:ln>
        </p:spPr>
        <p:txBody>
          <a:bodyPr/>
          <a:lstStyle/>
          <a:p>
            <a:endParaRPr/>
          </a:p>
        </p:txBody>
      </p:sp>
      <p:sp>
        <p:nvSpPr>
          <p:cNvPr id="3" name="page-number">
            <a:extLst>
              <a:ext uri="{FF2B5EF4-FFF2-40B4-BE49-F238E27FC236}">
                <a16:creationId xmlns:a16="http://schemas.microsoft.com/office/drawing/2014/main" id="{D1DB694D-E700-16F5-2FBA-6940B34ACB9E}"/>
              </a:ext>
            </a:extLst>
          </p:cNvPr>
          <p:cNvSpPr>
            <a:spLocks noGrp="1"/>
          </p:cNvSpPr>
          <p:nvPr/>
        </p:nvSpPr>
        <p:spPr>
          <a:xfrm>
            <a:off x="10915650" y="552450"/>
            <a:ext cx="1162050" cy="304800"/>
          </a:xfrm>
          <a:prstGeom prst="rect">
            <a:avLst/>
          </a:prstGeom>
          <a:noFill/>
          <a:ln w="0">
            <a:noFill/>
          </a:ln>
        </p:spPr>
        <p:txBody>
          <a:bodyPr wrap="square" lIns="0" tIns="0" rIns="0" bIns="0" anchor="ctr">
            <a:noAutofit/>
          </a:bodyPr>
          <a:lstStyle/>
          <a:p>
            <a:pPr algn="r">
              <a:buNone/>
            </a:pPr>
            <a:r>
              <a:rPr sz="1400" b="0">
                <a:solidFill>
                  <a:srgbClr val="657B8F"/>
                </a:solidFill>
                <a:latin typeface="Malgun Gothic"/>
                <a:ea typeface="Malgun Gothic"/>
                <a:cs typeface="Malgun Gothic"/>
              </a:rPr>
              <a:t>09 / 10</a:t>
            </a:r>
          </a:p>
        </p:txBody>
      </p:sp>
    </p:spTree>
    <p:extLst>
      <p:ext uri="{BB962C8B-B14F-4D97-AF65-F5344CB8AC3E}">
        <p14:creationId xmlns:p14="http://schemas.microsoft.com/office/powerpoint/2010/main" val="84545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7" name="content-region">
            <a:extLst>
              <a:ext uri="{FF2B5EF4-FFF2-40B4-BE49-F238E27FC236}">
                <a16:creationId xmlns:a16="http://schemas.microsoft.com/office/drawing/2014/main" id="{DE45045C-53B7-4B55-A7C5-7D666BD60141}"/>
              </a:ext>
            </a:extLst>
          </p:cNvPr>
          <p:cNvSpPr>
            <a:spLocks noGrp="1"/>
          </p:cNvSpPr>
          <p:nvPr/>
        </p:nvSpPr>
        <p:spPr>
          <a:xfrm>
            <a:off x="403762" y="1295400"/>
            <a:ext cx="11497952" cy="5162550"/>
          </a:xfrm>
          <a:prstGeom prst="roundRect">
            <a:avLst>
              <a:gd name="adj" fmla="val 3433"/>
            </a:avLst>
          </a:prstGeom>
          <a:solidFill>
            <a:srgbClr val="FFFFFF"/>
          </a:solidFill>
          <a:ln w="9525">
            <a:solidFill>
              <a:srgbClr val="D5E1ED"/>
            </a:solidFill>
          </a:ln>
        </p:spPr>
        <p:txBody>
          <a:bodyPr/>
          <a:lstStyle/>
          <a:p>
            <a:endParaRPr/>
          </a:p>
        </p:txBody>
      </p:sp>
      <p:sp>
        <p:nvSpPr>
          <p:cNvPr id="8" name="content-region">
            <a:extLst>
              <a:ext uri="{FF2B5EF4-FFF2-40B4-BE49-F238E27FC236}">
                <a16:creationId xmlns:a16="http://schemas.microsoft.com/office/drawing/2014/main" id="{CA9AE8D3-B83B-41A1-B7AF-ABC4B25F2ADF}"/>
              </a:ext>
            </a:extLst>
          </p:cNvPr>
          <p:cNvSpPr>
            <a:spLocks noGrp="1"/>
          </p:cNvSpPr>
          <p:nvPr/>
        </p:nvSpPr>
        <p:spPr>
          <a:xfrm>
            <a:off x="590550" y="1610425"/>
            <a:ext cx="3162300" cy="4544289"/>
          </a:xfrm>
          <a:prstGeom prst="roundRect">
            <a:avLst>
              <a:gd name="adj" fmla="val 0"/>
            </a:avLst>
          </a:prstGeom>
          <a:solidFill>
            <a:srgbClr val="FFFFFF"/>
          </a:solidFill>
          <a:ln w="9525">
            <a:solidFill>
              <a:srgbClr val="D5E1ED"/>
            </a:solidFill>
          </a:ln>
        </p:spPr>
        <p:txBody>
          <a:bodyPr/>
          <a:lstStyle/>
          <a:p>
            <a:endParaRPr/>
          </a:p>
        </p:txBody>
      </p:sp>
      <p:pic>
        <p:nvPicPr>
          <p:cNvPr id="36" name="그림 25"/>
          <p:cNvPicPr>
            <a:picLocks noChangeAspect="1"/>
          </p:cNvPicPr>
          <p:nvPr/>
        </p:nvPicPr>
        <p:blipFill>
          <a:blip r:embed="rId3"/>
          <a:stretch/>
        </p:blipFill>
        <p:spPr>
          <a:xfrm>
            <a:off x="789918" y="2345747"/>
            <a:ext cx="2831313" cy="3275276"/>
          </a:xfrm>
          <a:prstGeom prst="rect">
            <a:avLst/>
          </a:prstGeom>
        </p:spPr>
      </p:pic>
      <p:sp>
        <p:nvSpPr>
          <p:cNvPr id="10" name="content-region">
            <a:extLst>
              <a:ext uri="{FF2B5EF4-FFF2-40B4-BE49-F238E27FC236}">
                <a16:creationId xmlns:a16="http://schemas.microsoft.com/office/drawing/2014/main" id="{B911B585-64D6-4012-986B-9F7FBC86CC29}"/>
              </a:ext>
            </a:extLst>
          </p:cNvPr>
          <p:cNvSpPr>
            <a:spLocks noGrp="1"/>
          </p:cNvSpPr>
          <p:nvPr/>
        </p:nvSpPr>
        <p:spPr>
          <a:xfrm>
            <a:off x="4367894" y="1612775"/>
            <a:ext cx="7313468" cy="428625"/>
          </a:xfrm>
          <a:prstGeom prst="roundRect">
            <a:avLst>
              <a:gd name="adj" fmla="val 22222"/>
            </a:avLst>
          </a:prstGeom>
          <a:solidFill>
            <a:srgbClr val="EAF3FB"/>
          </a:solidFill>
          <a:ln w="0">
            <a:noFill/>
          </a:ln>
        </p:spPr>
        <p:txBody>
          <a:bodyPr wrap="none" lIns="76200" tIns="47625" rIns="76200" bIns="47625" anchor="ctr">
            <a:noAutofit/>
          </a:bodyPr>
          <a:lstStyle/>
          <a:p>
            <a:pPr algn="ctr">
              <a:buNone/>
            </a:pPr>
            <a:r>
              <a:rPr sz="1800" b="1" dirty="0" err="1">
                <a:solidFill>
                  <a:srgbClr val="143F90"/>
                </a:solidFill>
                <a:latin typeface="Malgun Gothic"/>
                <a:ea typeface="Malgun Gothic"/>
                <a:cs typeface="Malgun Gothic"/>
              </a:rPr>
              <a:t>한국멀티미디어학회</a:t>
            </a:r>
            <a:r>
              <a:rPr sz="1800" b="1" dirty="0">
                <a:solidFill>
                  <a:srgbClr val="143F90"/>
                </a:solidFill>
                <a:latin typeface="Malgun Gothic"/>
                <a:ea typeface="Malgun Gothic"/>
                <a:cs typeface="Malgun Gothic"/>
              </a:rPr>
              <a:t> </a:t>
            </a:r>
            <a:r>
              <a:rPr sz="1800" b="1" dirty="0" err="1">
                <a:solidFill>
                  <a:srgbClr val="143F90"/>
                </a:solidFill>
                <a:latin typeface="Malgun Gothic"/>
                <a:ea typeface="Malgun Gothic"/>
                <a:cs typeface="Malgun Gothic"/>
              </a:rPr>
              <a:t>논문지</a:t>
            </a:r>
            <a:endParaRPr sz="1800" b="1" dirty="0">
              <a:solidFill>
                <a:srgbClr val="143F90"/>
              </a:solidFill>
              <a:latin typeface="Malgun Gothic"/>
              <a:ea typeface="Malgun Gothic"/>
              <a:cs typeface="Malgun Gothic"/>
            </a:endParaRPr>
          </a:p>
        </p:txBody>
      </p:sp>
      <p:sp>
        <p:nvSpPr>
          <p:cNvPr id="11" name="Unity ECS 대규모 인스턴스 렌더링의 간접 드로우와 엔진 관리 배치 제출 성능 비교">
            <a:extLst>
              <a:ext uri="{FF2B5EF4-FFF2-40B4-BE49-F238E27FC236}">
                <a16:creationId xmlns:a16="http://schemas.microsoft.com/office/drawing/2014/main" id="{40C39E93-4E11-42E8-B101-818CFD3BD60C}"/>
              </a:ext>
            </a:extLst>
          </p:cNvPr>
          <p:cNvSpPr>
            <a:spLocks noGrp="1"/>
          </p:cNvSpPr>
          <p:nvPr/>
        </p:nvSpPr>
        <p:spPr>
          <a:xfrm>
            <a:off x="5046766" y="2381870"/>
            <a:ext cx="4953000" cy="828675"/>
          </a:xfrm>
          <a:prstGeom prst="rect">
            <a:avLst/>
          </a:prstGeom>
          <a:noFill/>
          <a:ln w="0">
            <a:noFill/>
          </a:ln>
        </p:spPr>
        <p:txBody>
          <a:bodyPr wrap="none" lIns="0" tIns="0" rIns="0" bIns="0" anchor="ctr">
            <a:noAutofit/>
          </a:bodyPr>
          <a:lstStyle/>
          <a:p>
            <a:pPr>
              <a:buNone/>
            </a:pPr>
            <a:r>
              <a:rPr b="1" dirty="0">
                <a:solidFill>
                  <a:srgbClr val="143F90"/>
                </a:solidFill>
                <a:latin typeface="Malgun Gothic"/>
                <a:ea typeface="Malgun Gothic"/>
                <a:cs typeface="Malgun Gothic"/>
              </a:rPr>
              <a:t>Unity ECS </a:t>
            </a:r>
            <a:r>
              <a:rPr b="1" dirty="0" err="1">
                <a:solidFill>
                  <a:srgbClr val="143F90"/>
                </a:solidFill>
                <a:latin typeface="Malgun Gothic"/>
                <a:ea typeface="Malgun Gothic"/>
                <a:cs typeface="Malgun Gothic"/>
              </a:rPr>
              <a:t>대규모</a:t>
            </a:r>
            <a:r>
              <a:rPr b="1" dirty="0">
                <a:solidFill>
                  <a:srgbClr val="143F90"/>
                </a:solidFill>
                <a:latin typeface="Malgun Gothic"/>
                <a:ea typeface="Malgun Gothic"/>
                <a:cs typeface="Malgun Gothic"/>
              </a:rPr>
              <a:t> </a:t>
            </a:r>
            <a:r>
              <a:rPr b="1" dirty="0" err="1">
                <a:solidFill>
                  <a:srgbClr val="143F90"/>
                </a:solidFill>
                <a:latin typeface="Malgun Gothic"/>
                <a:ea typeface="Malgun Gothic"/>
                <a:cs typeface="Malgun Gothic"/>
              </a:rPr>
              <a:t>인스턴스</a:t>
            </a:r>
            <a:r>
              <a:rPr b="1" dirty="0">
                <a:solidFill>
                  <a:srgbClr val="143F90"/>
                </a:solidFill>
                <a:latin typeface="Malgun Gothic"/>
                <a:ea typeface="Malgun Gothic"/>
                <a:cs typeface="Malgun Gothic"/>
              </a:rPr>
              <a:t> </a:t>
            </a:r>
            <a:r>
              <a:rPr b="1" dirty="0" err="1">
                <a:solidFill>
                  <a:srgbClr val="143F90"/>
                </a:solidFill>
                <a:latin typeface="Malgun Gothic"/>
                <a:ea typeface="Malgun Gothic"/>
                <a:cs typeface="Malgun Gothic"/>
              </a:rPr>
              <a:t>렌더링의</a:t>
            </a:r>
            <a:r>
              <a:rPr lang="en-US" b="1" dirty="0">
                <a:solidFill>
                  <a:srgbClr val="143F90"/>
                </a:solidFill>
                <a:latin typeface="Malgun Gothic"/>
                <a:ea typeface="Malgun Gothic"/>
                <a:cs typeface="Malgun Gothic"/>
              </a:rPr>
              <a:t> </a:t>
            </a:r>
            <a:r>
              <a:rPr b="1" dirty="0" err="1">
                <a:solidFill>
                  <a:srgbClr val="143F90"/>
                </a:solidFill>
                <a:latin typeface="Malgun Gothic"/>
                <a:ea typeface="Malgun Gothic"/>
                <a:cs typeface="Malgun Gothic"/>
              </a:rPr>
              <a:t>간접</a:t>
            </a:r>
            <a:r>
              <a:rPr b="1" dirty="0">
                <a:solidFill>
                  <a:srgbClr val="143F90"/>
                </a:solidFill>
                <a:latin typeface="Malgun Gothic"/>
                <a:ea typeface="Malgun Gothic"/>
                <a:cs typeface="Malgun Gothic"/>
              </a:rPr>
              <a:t> </a:t>
            </a:r>
            <a:r>
              <a:rPr b="1" dirty="0" err="1">
                <a:solidFill>
                  <a:srgbClr val="143F90"/>
                </a:solidFill>
                <a:latin typeface="Malgun Gothic"/>
                <a:ea typeface="Malgun Gothic"/>
                <a:cs typeface="Malgun Gothic"/>
              </a:rPr>
              <a:t>드로우와</a:t>
            </a:r>
            <a:r>
              <a:rPr b="1" dirty="0">
                <a:solidFill>
                  <a:srgbClr val="143F90"/>
                </a:solidFill>
                <a:latin typeface="Malgun Gothic"/>
                <a:ea typeface="Malgun Gothic"/>
                <a:cs typeface="Malgun Gothic"/>
              </a:rPr>
              <a:t> </a:t>
            </a:r>
            <a:endParaRPr lang="en-US" b="1" dirty="0">
              <a:solidFill>
                <a:srgbClr val="143F90"/>
              </a:solidFill>
              <a:latin typeface="Malgun Gothic"/>
              <a:ea typeface="Malgun Gothic"/>
              <a:cs typeface="Malgun Gothic"/>
            </a:endParaRPr>
          </a:p>
          <a:p>
            <a:pPr>
              <a:buNone/>
            </a:pPr>
            <a:r>
              <a:rPr b="1" dirty="0" err="1">
                <a:solidFill>
                  <a:srgbClr val="143F90"/>
                </a:solidFill>
                <a:latin typeface="Malgun Gothic"/>
                <a:ea typeface="Malgun Gothic"/>
                <a:cs typeface="Malgun Gothic"/>
              </a:rPr>
              <a:t>엔진</a:t>
            </a:r>
            <a:r>
              <a:rPr b="1" dirty="0">
                <a:solidFill>
                  <a:srgbClr val="143F90"/>
                </a:solidFill>
                <a:latin typeface="Malgun Gothic"/>
                <a:ea typeface="Malgun Gothic"/>
                <a:cs typeface="Malgun Gothic"/>
              </a:rPr>
              <a:t> </a:t>
            </a:r>
            <a:r>
              <a:rPr b="1" dirty="0" err="1">
                <a:solidFill>
                  <a:srgbClr val="143F90"/>
                </a:solidFill>
                <a:latin typeface="Malgun Gothic"/>
                <a:ea typeface="Malgun Gothic"/>
                <a:cs typeface="Malgun Gothic"/>
              </a:rPr>
              <a:t>관리</a:t>
            </a:r>
            <a:r>
              <a:rPr lang="en-US" b="1" dirty="0">
                <a:solidFill>
                  <a:srgbClr val="143F90"/>
                </a:solidFill>
                <a:latin typeface="Malgun Gothic"/>
                <a:ea typeface="Malgun Gothic"/>
                <a:cs typeface="Malgun Gothic"/>
              </a:rPr>
              <a:t> </a:t>
            </a:r>
            <a:r>
              <a:rPr b="1" dirty="0" err="1">
                <a:solidFill>
                  <a:srgbClr val="143F90"/>
                </a:solidFill>
                <a:latin typeface="Malgun Gothic"/>
                <a:ea typeface="Malgun Gothic"/>
                <a:cs typeface="Malgun Gothic"/>
              </a:rPr>
              <a:t>배치</a:t>
            </a:r>
            <a:r>
              <a:rPr b="1" dirty="0">
                <a:solidFill>
                  <a:srgbClr val="143F90"/>
                </a:solidFill>
                <a:latin typeface="Malgun Gothic"/>
                <a:ea typeface="Malgun Gothic"/>
                <a:cs typeface="Malgun Gothic"/>
              </a:rPr>
              <a:t> </a:t>
            </a:r>
            <a:r>
              <a:rPr b="1" dirty="0" err="1">
                <a:solidFill>
                  <a:srgbClr val="143F90"/>
                </a:solidFill>
                <a:latin typeface="Malgun Gothic"/>
                <a:ea typeface="Malgun Gothic"/>
                <a:cs typeface="Malgun Gothic"/>
              </a:rPr>
              <a:t>제출</a:t>
            </a:r>
            <a:r>
              <a:rPr b="1" dirty="0">
                <a:solidFill>
                  <a:srgbClr val="143F90"/>
                </a:solidFill>
                <a:latin typeface="Malgun Gothic"/>
                <a:ea typeface="Malgun Gothic"/>
                <a:cs typeface="Malgun Gothic"/>
              </a:rPr>
              <a:t> </a:t>
            </a:r>
            <a:r>
              <a:rPr b="1" dirty="0" err="1">
                <a:solidFill>
                  <a:srgbClr val="143F90"/>
                </a:solidFill>
                <a:latin typeface="Malgun Gothic"/>
                <a:ea typeface="Malgun Gothic"/>
                <a:cs typeface="Malgun Gothic"/>
              </a:rPr>
              <a:t>성능</a:t>
            </a:r>
            <a:r>
              <a:rPr b="1" dirty="0">
                <a:solidFill>
                  <a:srgbClr val="143F90"/>
                </a:solidFill>
                <a:latin typeface="Malgun Gothic"/>
                <a:ea typeface="Malgun Gothic"/>
                <a:cs typeface="Malgun Gothic"/>
              </a:rPr>
              <a:t> </a:t>
            </a:r>
            <a:r>
              <a:rPr b="1" dirty="0" err="1">
                <a:solidFill>
                  <a:srgbClr val="143F90"/>
                </a:solidFill>
                <a:latin typeface="Malgun Gothic"/>
                <a:ea typeface="Malgun Gothic"/>
                <a:cs typeface="Malgun Gothic"/>
              </a:rPr>
              <a:t>비교</a:t>
            </a:r>
            <a:endParaRPr b="1" dirty="0">
              <a:solidFill>
                <a:srgbClr val="143F90"/>
              </a:solidFill>
              <a:latin typeface="Malgun Gothic"/>
              <a:ea typeface="Malgun Gothic"/>
              <a:cs typeface="Malgun Gothic"/>
            </a:endParaRPr>
          </a:p>
        </p:txBody>
      </p:sp>
      <p:sp>
        <p:nvSpPr>
          <p:cNvPr id="12" name="김재식 · 안지홍 · 이천서 · 박영진">
            <a:extLst>
              <a:ext uri="{FF2B5EF4-FFF2-40B4-BE49-F238E27FC236}">
                <a16:creationId xmlns:a16="http://schemas.microsoft.com/office/drawing/2014/main" id="{9D435E5F-5C56-4762-BC89-7B30E4762AB0}"/>
              </a:ext>
            </a:extLst>
          </p:cNvPr>
          <p:cNvSpPr>
            <a:spLocks noGrp="1"/>
          </p:cNvSpPr>
          <p:nvPr/>
        </p:nvSpPr>
        <p:spPr>
          <a:xfrm>
            <a:off x="8065665" y="4962601"/>
            <a:ext cx="2673928" cy="381000"/>
          </a:xfrm>
          <a:prstGeom prst="rect">
            <a:avLst/>
          </a:prstGeom>
          <a:noFill/>
          <a:ln w="0">
            <a:noFill/>
          </a:ln>
        </p:spPr>
        <p:txBody>
          <a:bodyPr wrap="none" lIns="0" tIns="0" rIns="0" bIns="0" anchor="ctr">
            <a:noAutofit/>
          </a:bodyPr>
          <a:lstStyle/>
          <a:p>
            <a:pPr algn="r">
              <a:buNone/>
            </a:pPr>
            <a:r>
              <a:rPr sz="1200" b="0" dirty="0" err="1">
                <a:solidFill>
                  <a:srgbClr val="1D3550"/>
                </a:solidFill>
                <a:latin typeface="Malgun Gothic"/>
                <a:ea typeface="Malgun Gothic"/>
                <a:cs typeface="Malgun Gothic"/>
              </a:rPr>
              <a:t>김재식</a:t>
            </a:r>
            <a:r>
              <a:rPr sz="1200" b="0" dirty="0">
                <a:solidFill>
                  <a:srgbClr val="1D3550"/>
                </a:solidFill>
                <a:latin typeface="Malgun Gothic"/>
                <a:ea typeface="Malgun Gothic"/>
                <a:cs typeface="Malgun Gothic"/>
              </a:rPr>
              <a:t> · 안지홍 · </a:t>
            </a:r>
            <a:r>
              <a:rPr sz="1200" b="0" dirty="0" err="1">
                <a:solidFill>
                  <a:srgbClr val="1D3550"/>
                </a:solidFill>
                <a:latin typeface="Malgun Gothic"/>
                <a:ea typeface="Malgun Gothic"/>
                <a:cs typeface="Malgun Gothic"/>
              </a:rPr>
              <a:t>이천서</a:t>
            </a:r>
            <a:r>
              <a:rPr sz="1200" b="0" dirty="0">
                <a:solidFill>
                  <a:srgbClr val="1D3550"/>
                </a:solidFill>
                <a:latin typeface="Malgun Gothic"/>
                <a:ea typeface="Malgun Gothic"/>
                <a:cs typeface="Malgun Gothic"/>
              </a:rPr>
              <a:t> · </a:t>
            </a:r>
            <a:r>
              <a:rPr sz="1200" b="0" dirty="0" err="1">
                <a:solidFill>
                  <a:srgbClr val="1D3550"/>
                </a:solidFill>
                <a:latin typeface="Malgun Gothic"/>
                <a:ea typeface="Malgun Gothic"/>
                <a:cs typeface="Malgun Gothic"/>
              </a:rPr>
              <a:t>박영진</a:t>
            </a:r>
            <a:endParaRPr sz="1200" b="0" dirty="0">
              <a:solidFill>
                <a:srgbClr val="1D3550"/>
              </a:solidFill>
              <a:latin typeface="Malgun Gothic"/>
              <a:ea typeface="Malgun Gothic"/>
              <a:cs typeface="Malgun Gothic"/>
            </a:endParaRPr>
          </a:p>
        </p:txBody>
      </p:sp>
      <p:sp>
        <p:nvSpPr>
          <p:cNvPr id="13" name="Vol. 29, No. 8, pp. 1220–1233, 2026">
            <a:extLst>
              <a:ext uri="{FF2B5EF4-FFF2-40B4-BE49-F238E27FC236}">
                <a16:creationId xmlns:a16="http://schemas.microsoft.com/office/drawing/2014/main" id="{B119B630-965D-4798-9F14-8D5FAED78531}"/>
              </a:ext>
            </a:extLst>
          </p:cNvPr>
          <p:cNvSpPr>
            <a:spLocks noGrp="1"/>
          </p:cNvSpPr>
          <p:nvPr/>
        </p:nvSpPr>
        <p:spPr>
          <a:xfrm>
            <a:off x="8065665" y="5276926"/>
            <a:ext cx="2673928" cy="381000"/>
          </a:xfrm>
          <a:prstGeom prst="rect">
            <a:avLst/>
          </a:prstGeom>
          <a:noFill/>
          <a:ln w="0">
            <a:noFill/>
          </a:ln>
        </p:spPr>
        <p:txBody>
          <a:bodyPr wrap="none" lIns="0" tIns="0" rIns="0" bIns="0" anchor="ctr">
            <a:noAutofit/>
          </a:bodyPr>
          <a:lstStyle/>
          <a:p>
            <a:pPr algn="r">
              <a:buNone/>
            </a:pPr>
            <a:r>
              <a:rPr sz="1200" b="0" dirty="0">
                <a:solidFill>
                  <a:srgbClr val="657B8F"/>
                </a:solidFill>
                <a:latin typeface="Malgun Gothic"/>
                <a:ea typeface="Malgun Gothic"/>
                <a:cs typeface="Malgun Gothic"/>
              </a:rPr>
              <a:t>Vol. 29, No. 8, pp. 1220–1233, 2026</a:t>
            </a:r>
          </a:p>
        </p:txBody>
      </p:sp>
      <p:pic>
        <p:nvPicPr>
          <p:cNvPr id="42" name="그림 31"/>
          <p:cNvPicPr>
            <a:picLocks noChangeAspect="1"/>
          </p:cNvPicPr>
          <p:nvPr/>
        </p:nvPicPr>
        <p:blipFill>
          <a:blip r:embed="rId4"/>
          <a:stretch/>
        </p:blipFill>
        <p:spPr>
          <a:xfrm>
            <a:off x="5035743" y="3463834"/>
            <a:ext cx="2385148" cy="2385148"/>
          </a:xfrm>
          <a:prstGeom prst="rect">
            <a:avLst/>
          </a:prstGeom>
        </p:spPr>
      </p:pic>
      <p:sp>
        <p:nvSpPr>
          <p:cNvPr id="16" name="논문 보기 · KCI">
            <a:extLst>
              <a:ext uri="{FF2B5EF4-FFF2-40B4-BE49-F238E27FC236}">
                <a16:creationId xmlns:a16="http://schemas.microsoft.com/office/drawing/2014/main" id="{367ACEB3-6B27-49C6-8ABF-3D18A0651D04}"/>
              </a:ext>
            </a:extLst>
          </p:cNvPr>
          <p:cNvSpPr>
            <a:spLocks noGrp="1"/>
          </p:cNvSpPr>
          <p:nvPr/>
        </p:nvSpPr>
        <p:spPr>
          <a:xfrm>
            <a:off x="8599716" y="4592640"/>
            <a:ext cx="2139877" cy="381000"/>
          </a:xfrm>
          <a:prstGeom prst="rect">
            <a:avLst/>
          </a:prstGeom>
          <a:noFill/>
          <a:ln w="0">
            <a:noFill/>
          </a:ln>
        </p:spPr>
        <p:txBody>
          <a:bodyPr wrap="none" lIns="0" tIns="0" rIns="0" bIns="0" anchor="ctr">
            <a:noAutofit/>
          </a:bodyPr>
          <a:lstStyle/>
          <a:p>
            <a:pPr algn="r">
              <a:buNone/>
            </a:pPr>
            <a:r>
              <a:rPr sz="1600" b="1" dirty="0" err="1">
                <a:solidFill>
                  <a:srgbClr val="0075C9"/>
                </a:solidFill>
                <a:latin typeface="Malgun Gothic"/>
                <a:ea typeface="Malgun Gothic"/>
                <a:cs typeface="Malgun Gothic"/>
                <a:hlinkClick r:id="rId5"/>
              </a:rPr>
              <a:t>논문</a:t>
            </a:r>
            <a:r>
              <a:rPr sz="1600" b="1" dirty="0">
                <a:solidFill>
                  <a:srgbClr val="0075C9"/>
                </a:solidFill>
                <a:latin typeface="Malgun Gothic"/>
                <a:ea typeface="Malgun Gothic"/>
                <a:cs typeface="Malgun Gothic"/>
                <a:hlinkClick r:id="rId5"/>
              </a:rPr>
              <a:t> </a:t>
            </a:r>
            <a:r>
              <a:rPr sz="1600" b="1" dirty="0" err="1">
                <a:solidFill>
                  <a:srgbClr val="0075C9"/>
                </a:solidFill>
                <a:latin typeface="Malgun Gothic"/>
                <a:ea typeface="Malgun Gothic"/>
                <a:cs typeface="Malgun Gothic"/>
                <a:hlinkClick r:id="rId5"/>
              </a:rPr>
              <a:t>보기</a:t>
            </a:r>
            <a:r>
              <a:rPr sz="1600" b="1" dirty="0">
                <a:solidFill>
                  <a:srgbClr val="0075C9"/>
                </a:solidFill>
                <a:latin typeface="Malgun Gothic"/>
                <a:ea typeface="Malgun Gothic"/>
                <a:cs typeface="Malgun Gothic"/>
                <a:hlinkClick r:id="rId5"/>
              </a:rPr>
              <a:t> · KCI</a:t>
            </a:r>
          </a:p>
        </p:txBody>
      </p:sp>
      <p:sp>
        <p:nvSpPr>
          <p:cNvPr id="24" name="header-background">
            <a:extLst>
              <a:ext uri="{FF2B5EF4-FFF2-40B4-BE49-F238E27FC236}">
                <a16:creationId xmlns:a16="http://schemas.microsoft.com/office/drawing/2014/main" id="{EC46A05E-0E35-4180-BA29-C89B0D65D510}"/>
              </a:ext>
            </a:extLst>
          </p:cNvPr>
          <p:cNvSpPr>
            <a:spLocks noGrp="1"/>
          </p:cNvSpPr>
          <p:nvPr/>
        </p:nvSpPr>
        <p:spPr>
          <a:xfrm>
            <a:off x="0" y="0"/>
            <a:ext cx="12192000" cy="1000125"/>
          </a:xfrm>
          <a:prstGeom prst="rect">
            <a:avLst/>
          </a:prstGeom>
          <a:solidFill>
            <a:srgbClr val="FFFFFF"/>
          </a:solidFill>
          <a:ln w="0">
            <a:noFill/>
          </a:ln>
        </p:spPr>
        <p:txBody>
          <a:bodyPr/>
          <a:lstStyle/>
          <a:p>
            <a:endParaRPr/>
          </a:p>
        </p:txBody>
      </p:sp>
      <p:sp>
        <p:nvSpPr>
          <p:cNvPr id="25" name="section-badge">
            <a:extLst>
              <a:ext uri="{FF2B5EF4-FFF2-40B4-BE49-F238E27FC236}">
                <a16:creationId xmlns:a16="http://schemas.microsoft.com/office/drawing/2014/main" id="{4D8CB829-8BB6-4082-9277-2AA8C300A166}"/>
              </a:ext>
            </a:extLst>
          </p:cNvPr>
          <p:cNvSpPr>
            <a:spLocks noGrp="1"/>
          </p:cNvSpPr>
          <p:nvPr/>
        </p:nvSpPr>
        <p:spPr>
          <a:xfrm>
            <a:off x="457200" y="266700"/>
            <a:ext cx="533400" cy="533400"/>
          </a:xfrm>
          <a:prstGeom prst="roundRect">
            <a:avLst>
              <a:gd name="adj" fmla="val 50000"/>
            </a:avLst>
          </a:prstGeom>
          <a:solidFill>
            <a:srgbClr val="143F90"/>
          </a:solidFill>
          <a:ln w="0">
            <a:noFill/>
          </a:ln>
        </p:spPr>
        <p:txBody>
          <a:bodyPr/>
          <a:lstStyle/>
          <a:p>
            <a:endParaRPr/>
          </a:p>
        </p:txBody>
      </p:sp>
      <p:sp>
        <p:nvSpPr>
          <p:cNvPr id="26" name="section-number">
            <a:extLst>
              <a:ext uri="{FF2B5EF4-FFF2-40B4-BE49-F238E27FC236}">
                <a16:creationId xmlns:a16="http://schemas.microsoft.com/office/drawing/2014/main" id="{70923B2A-6380-42E4-B3F3-1105A0CB2D9C}"/>
              </a:ext>
            </a:extLst>
          </p:cNvPr>
          <p:cNvSpPr>
            <a:spLocks noGrp="1"/>
          </p:cNvSpPr>
          <p:nvPr/>
        </p:nvSpPr>
        <p:spPr>
          <a:xfrm>
            <a:off x="457200" y="266700"/>
            <a:ext cx="533400" cy="533400"/>
          </a:xfrm>
          <a:prstGeom prst="rect">
            <a:avLst/>
          </a:prstGeom>
          <a:noFill/>
          <a:ln w="0">
            <a:noFill/>
          </a:ln>
        </p:spPr>
        <p:txBody>
          <a:bodyPr wrap="square" lIns="0" tIns="0" rIns="0" bIns="0" anchor="ctr">
            <a:noAutofit/>
          </a:bodyPr>
          <a:lstStyle/>
          <a:p>
            <a:pPr algn="ctr">
              <a:buNone/>
            </a:pPr>
            <a:r>
              <a:rPr sz="1650" b="1">
                <a:solidFill>
                  <a:srgbClr val="FFFFFF"/>
                </a:solidFill>
                <a:latin typeface="Malgun Gothic"/>
                <a:ea typeface="Malgun Gothic"/>
                <a:cs typeface="Malgun Gothic"/>
              </a:rPr>
              <a:t>04</a:t>
            </a:r>
          </a:p>
        </p:txBody>
      </p:sp>
      <p:sp>
        <p:nvSpPr>
          <p:cNvPr id="27" name="section-kicker">
            <a:extLst>
              <a:ext uri="{FF2B5EF4-FFF2-40B4-BE49-F238E27FC236}">
                <a16:creationId xmlns:a16="http://schemas.microsoft.com/office/drawing/2014/main" id="{929BD5ED-9937-49F8-BBE3-C27790EC7225}"/>
              </a:ext>
            </a:extLst>
          </p:cNvPr>
          <p:cNvSpPr>
            <a:spLocks noGrp="1"/>
          </p:cNvSpPr>
          <p:nvPr/>
        </p:nvSpPr>
        <p:spPr>
          <a:xfrm>
            <a:off x="1200150" y="152400"/>
            <a:ext cx="7239000" cy="238125"/>
          </a:xfrm>
          <a:prstGeom prst="rect">
            <a:avLst/>
          </a:prstGeom>
          <a:noFill/>
          <a:ln w="0">
            <a:noFill/>
          </a:ln>
        </p:spPr>
        <p:txBody>
          <a:bodyPr wrap="square" lIns="0" tIns="0" rIns="0" bIns="0" anchor="ctr">
            <a:noAutofit/>
          </a:bodyPr>
          <a:lstStyle/>
          <a:p>
            <a:pPr algn="l">
              <a:buNone/>
            </a:pPr>
            <a:r>
              <a:rPr sz="1275" b="1">
                <a:solidFill>
                  <a:srgbClr val="0075C9"/>
                </a:solidFill>
                <a:latin typeface="Malgun Gothic"/>
                <a:ea typeface="Malgun Gothic"/>
                <a:cs typeface="Malgun Gothic"/>
              </a:rPr>
              <a:t>해석과 연구 성과</a:t>
            </a:r>
          </a:p>
        </p:txBody>
      </p:sp>
      <p:sp>
        <p:nvSpPr>
          <p:cNvPr id="28" name="slide-title">
            <a:extLst>
              <a:ext uri="{FF2B5EF4-FFF2-40B4-BE49-F238E27FC236}">
                <a16:creationId xmlns:a16="http://schemas.microsoft.com/office/drawing/2014/main" id="{3CBA47F0-626D-4406-ACA9-8E140D23D551}"/>
              </a:ext>
            </a:extLst>
          </p:cNvPr>
          <p:cNvSpPr>
            <a:spLocks noGrp="1"/>
          </p:cNvSpPr>
          <p:nvPr/>
        </p:nvSpPr>
        <p:spPr>
          <a:xfrm>
            <a:off x="1200150" y="400050"/>
            <a:ext cx="9144000" cy="457200"/>
          </a:xfrm>
          <a:prstGeom prst="rect">
            <a:avLst/>
          </a:prstGeom>
          <a:noFill/>
          <a:ln w="0">
            <a:noFill/>
          </a:ln>
        </p:spPr>
        <p:txBody>
          <a:bodyPr wrap="square" lIns="0" tIns="0" rIns="0" bIns="0" anchor="ctr">
            <a:noAutofit/>
          </a:bodyPr>
          <a:lstStyle/>
          <a:p>
            <a:pPr algn="l">
              <a:buNone/>
            </a:pPr>
            <a:r>
              <a:rPr sz="2325" b="1">
                <a:solidFill>
                  <a:srgbClr val="143F90"/>
                </a:solidFill>
                <a:latin typeface="Malgun Gothic"/>
                <a:ea typeface="Malgun Gothic"/>
                <a:cs typeface="Malgun Gothic"/>
              </a:rPr>
              <a:t>연구 성과 및 게재 논문</a:t>
            </a:r>
          </a:p>
        </p:txBody>
      </p:sp>
      <p:sp>
        <p:nvSpPr>
          <p:cNvPr id="30" name="header-blue-line">
            <a:extLst>
              <a:ext uri="{FF2B5EF4-FFF2-40B4-BE49-F238E27FC236}">
                <a16:creationId xmlns:a16="http://schemas.microsoft.com/office/drawing/2014/main" id="{430CDE93-55DF-4CCD-B082-A86DD3F914AB}"/>
              </a:ext>
            </a:extLst>
          </p:cNvPr>
          <p:cNvSpPr>
            <a:spLocks noGrp="1"/>
          </p:cNvSpPr>
          <p:nvPr/>
        </p:nvSpPr>
        <p:spPr>
          <a:xfrm>
            <a:off x="0" y="1000125"/>
            <a:ext cx="12192000" cy="57150"/>
          </a:xfrm>
          <a:prstGeom prst="rect">
            <a:avLst/>
          </a:prstGeom>
          <a:solidFill>
            <a:srgbClr val="0075C9"/>
          </a:solidFill>
          <a:ln w="0">
            <a:noFill/>
          </a:ln>
        </p:spPr>
        <p:txBody>
          <a:bodyPr/>
          <a:lstStyle/>
          <a:p>
            <a:endParaRPr/>
          </a:p>
        </p:txBody>
      </p:sp>
      <p:sp>
        <p:nvSpPr>
          <p:cNvPr id="31" name="header-green-line">
            <a:extLst>
              <a:ext uri="{FF2B5EF4-FFF2-40B4-BE49-F238E27FC236}">
                <a16:creationId xmlns:a16="http://schemas.microsoft.com/office/drawing/2014/main" id="{0F77B27F-B892-4670-8832-17013CD5E338}"/>
              </a:ext>
            </a:extLst>
          </p:cNvPr>
          <p:cNvSpPr>
            <a:spLocks noGrp="1"/>
          </p:cNvSpPr>
          <p:nvPr/>
        </p:nvSpPr>
        <p:spPr>
          <a:xfrm>
            <a:off x="0" y="1000125"/>
            <a:ext cx="2000250" cy="57150"/>
          </a:xfrm>
          <a:prstGeom prst="rect">
            <a:avLst/>
          </a:prstGeom>
          <a:solidFill>
            <a:srgbClr val="00A651"/>
          </a:solidFill>
          <a:ln w="0">
            <a:noFill/>
          </a:ln>
        </p:spPr>
        <p:txBody>
          <a:bodyPr/>
          <a:lstStyle/>
          <a:p>
            <a:endParaRPr/>
          </a:p>
        </p:txBody>
      </p:sp>
      <p:sp>
        <p:nvSpPr>
          <p:cNvPr id="3" name="page-number">
            <a:extLst>
              <a:ext uri="{FF2B5EF4-FFF2-40B4-BE49-F238E27FC236}">
                <a16:creationId xmlns:a16="http://schemas.microsoft.com/office/drawing/2014/main" id="{ACFE4D0C-B6B0-A48D-D82B-18B3C0C62FFF}"/>
              </a:ext>
            </a:extLst>
          </p:cNvPr>
          <p:cNvSpPr>
            <a:spLocks noGrp="1"/>
          </p:cNvSpPr>
          <p:nvPr/>
        </p:nvSpPr>
        <p:spPr>
          <a:xfrm>
            <a:off x="10915650" y="552450"/>
            <a:ext cx="1162050" cy="304800"/>
          </a:xfrm>
          <a:prstGeom prst="rect">
            <a:avLst/>
          </a:prstGeom>
          <a:noFill/>
          <a:ln w="0">
            <a:noFill/>
          </a:ln>
        </p:spPr>
        <p:txBody>
          <a:bodyPr wrap="square" lIns="0" tIns="0" rIns="0" bIns="0" anchor="ctr">
            <a:noAutofit/>
          </a:bodyPr>
          <a:lstStyle/>
          <a:p>
            <a:pPr algn="r">
              <a:buNone/>
            </a:pPr>
            <a:r>
              <a:rPr sz="1400" b="0">
                <a:solidFill>
                  <a:srgbClr val="657B8F"/>
                </a:solidFill>
                <a:latin typeface="Malgun Gothic"/>
                <a:ea typeface="Malgun Gothic"/>
                <a:cs typeface="Malgun Gothic"/>
              </a:rPr>
              <a:t>10 / 10</a:t>
            </a:r>
          </a:p>
        </p:txBody>
      </p:sp>
    </p:spTree>
    <p:extLst>
      <p:ext uri="{BB962C8B-B14F-4D97-AF65-F5344CB8AC3E}">
        <p14:creationId xmlns:p14="http://schemas.microsoft.com/office/powerpoint/2010/main" val="113945745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2711</Words>
  <Application>Microsoft Office PowerPoint</Application>
  <DocSecurity>0</DocSecurity>
  <PresentationFormat>와이드스크린</PresentationFormat>
  <Paragraphs>323</Paragraphs>
  <Slides>10</Slides>
  <Notes>10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10</vt:i4>
      </vt:variant>
    </vt:vector>
  </HeadingPairs>
  <TitlesOfParts>
    <vt:vector size="15" baseType="lpstr">
      <vt:lpstr>NanumSquare</vt:lpstr>
      <vt:lpstr>맑은 고딕</vt: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J6 76</cp:lastModifiedBy>
  <cp:revision>6</cp:revision>
  <dcterms:created xsi:type="dcterms:W3CDTF">2026-09-17T11:38:37Z</dcterms:created>
  <dcterms:modified xsi:type="dcterms:W3CDTF">2026-09-17T12:39:47Z</dcterms:modified>
</cp:coreProperties>
</file>